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변경·초기화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IT-ACC-002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변경, 비밀번호 초기화, 비밀번호 분실, 비밀번호를 잊었어요, 비밀번호 만료, 비밀번호가 만료되었습니다, AUTH-104, 비밀번호 규칙, 12자, 대문자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소문자 숫자 특수문자, 최근 사용한 비밀번호는 사용할 수 없습니다, 복잡도, 90일, 셀프 비밀번호 재설정 포털, 임시 비밀번호, 본인 확인, 휴대폰 인증, 휴가 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규칙과 직접 바꾸는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만료된 비밀번호를 바꾸는 방법을 안내합니다.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잊었을 때 셀프로 초기화하는 방법과,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셀프가 안 될 때 문의 방법을 안내합니다.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1168400"/>
            <a:ext cx="3572933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계정(사번)을 쓰는 전 임직원이 대상입니다.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오류·잠김은 IT-ACC-001을 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20519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 사이트에 비밀번호를 입력했으면 IT-SEC-001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3.4를 먼저 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1168400"/>
            <a:ext cx="3572933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https://password.ict.example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SSO로 연결된 모든 시스템에 함께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2250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22503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 / 휴대폰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12자 이상, 대문자·소문자·숫자·특수문자를 모두 포함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해야 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90일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마다 바꿔야 합니다. 만료 14일 전부터 안내가 나옵니다. 최근 사용한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5개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는 다시 쓸 수 없습니다.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바꾸거나 초기화는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사번과 휴대폰 인증으로 직접 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바꾼 뒤에는 휴대폰 메일 앱·PC 자격 증명 관리자 등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비밀번호가 저장된 곳도 함께 바꿉니다.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그대로 두면 계정이 잠깁니다.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회사는 비밀번호를 저장하지 않아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비밀번호를 찾아 줄 수 없습니다.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비밀번호는 누구에게도 알려 주지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헬프데스크·챗봇도 비밀번호를 묻지 않습니다. 임시 비밀번호는 등록 휴대폰 문자로만 받습니다.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347903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비밀번호 규칙과 예시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3803523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874"/>
                <a:gridCol w="3552142"/>
                <a:gridCol w="526658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1234, Password1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12자 미만, 문자 종류 부족, 연속 문자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emp00001234!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포함, 대문자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Ict2026!!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규칙은 맞지만 권장하지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이름·연도처럼 짐작하기 쉬운 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Blue#Tiger27x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가능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13자, 대문자·소문자·숫자·특수문자 모두 포함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바꾸려는데 규칙 때문에 계속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바꾸고 싶다 (현재 비밀번호를 안다)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'비밀번호가 만료되었습니다' (AUTH-104)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잊어버렸다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 번호가 바뀌어 셀프 초기화 인증을 못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바꾼 뒤 계정이 자꾸 잠긴다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바꾸지 않았는데 비밀번호가 바뀌어 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규칙 때문에 변경이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바꾸기 (현재 비밀번호를 알 때) · 기기 갱신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'비밀번호가 만료되었습니다' (AUTH-104)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잊었을 때 (셀프 초기화)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셀프 초기화를 할 수 없을 때 (본인 인증 불가)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비밀번호 규칙 때문에 변경이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바꾸려는데 '최근 사용한 비밀번호는 사용할 수 없습니다'라고 나와요. 규칙이 어떻게 되나요?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화면에서 규칙에 맞지 않는다며 계속 거부됩니다.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규칙(12자 이상, 4종류 모두 포함)을 채우지 못했거나, 최근 5개 안에 쓴 비밀번호입니다.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 오른쪽의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항목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봅니다. 빨간 항목이 무엇인지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12자 이상으로, 대문자·소문자·숫자·특수문자를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넣습니다.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사번·이름·생년월일, 1234·abcd 같은 연속 문자, 같은 문자 3번 반복은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넣지 않습니다.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쓴 5개와 다른 비밀번호를 정합니다. 규칙 항목이 모두 초록색이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되면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누릅니다.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1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새 비밀번호 ② 빨간 규칙 항목이 남으면 변경 불가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비밀번호 규칙 때문에 변경이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'비밀번호가 변경되었습니다'가 나오면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 이어서 3.2의 기기 갱신을 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규칙을 모두 채웠는데도 계속 거부되면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화면 메시지를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자체는 알려 주지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24시간 안에 이미 바꿨다면 하루 뒤에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 (빨간 규칙 항목)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이미 바꿨는지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9772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TIP: 서로 관계없는 단어 2~3개에 숫자·특수문자를 섞으면 외우기 쉽고 안전합니다. 다른 사이트와 같은 비밀번호는 쓰지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비밀번호 바꾸기 (현재 비밀번호를 알 때) · 기기 갱신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 14일 전이라며 비밀번호를 바꾸라고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미리 바꾸고 싶습니다.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90일 사용 기간이 다가왔거나, 보안을 위해 직접 바꾸려는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포털에 로그인해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 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비밀번호와 새 비밀번호(두 번)를 입력하고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메일 앱, PC 자격 증명 관리자(공유 드라이브), VPN, 사내 메신저에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비밀번호를 새 비밀번호로 바꿉니다.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쓰지 않는 기기·브라우저는 로그아웃합니다.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2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변경 완료 화면 — ① 예전 비밀번호가 저장된 곳도 바꾸기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비밀번호 바꾸기 (현재 비밀번호를 알 때) · 기기 갱신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모든 시스템에 로그인되고, 계정이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잠기지 않으면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바꾼 뒤 계정이 자꾸 잠기면 IT-ACC-001 3.2를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화면에서 오류가 계속 나면 화면을 캡처해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알립니다.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기기에서 바꿨는지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677287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7788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변경 직후 가장 흔한 잠김 원인은 휴대폰 메일 앱과 공유 드라이브입니다. 가장 먼저 바꿉니다.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'비밀번호가 만료되었습니다' (AUTH-104)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로그인 시 '비밀번호가 만료되었습니다' 메시지가 뜨고, 변경 화면에서 계속 오류가 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로그인 시 '비밀번호가 만료되었습니다' 메시지가 뜹니다.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사용 기간(90일)이 지났습니다. 변경 화면의 오류는 대부분 규칙을 채우지 못한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[지금 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현재(만료된) 비밀번호를 입력합니다.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비밀번호를 두 번 입력합니다. 규칙(3.1)을 모두 채웁니다.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다시 로그인하고, 3.2의 기기 갱신을 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3_exp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[지금 변경] ② 기억나지 않으면 초기화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'비밀번호가 만료되었습니다' (AUTH-104)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만료된 비밀번호도 기억나지 않으면 </a:t>
            </a:r>
            <a:r>
              <a:rPr sz="11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기억나지 않나요?]</a:t>
            </a: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로 3.4를 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화면에서 규칙을 채웠는데도 오류가 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포털에서 바꿉니다.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시스템 로그인에서 나왔는지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화면의 오류 메시지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677287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7788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만료 14일 전부터 로그인할 때 안내가 나오고 안내 메일도 옵니다. 미리 바꾸면 업무 중에 갑자기 막히지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비밀번호를 잊었을 때 (셀프 초기화)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휴가 다녀왔더니 메일 비밀번호가 기억이 안 납니다. 초기화 부탁드려요.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생각나지 않아 로그인할 수 없습니다.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잊었습니다. 회사는 비밀번호를 저장하지 않으므로 새 비밀번호로 바꾸는 방식입니다.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[비밀번호를 잊으셨나요?]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누르거나 셀프 비밀번호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재설정 포털의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 초기화]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사번을 입력합니다.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휴대폰으로 받은 인증번호를 입력합니다 (3분 안에).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비밀번호를 두 번 입력합니다 (3.1 규칙). 계정이 잠겨 있었다면 함께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풀립니다.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7513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7513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로그인하고 3.2의 기기 갱신을 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acc002_34_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셀프 초기화: ① 사번 ② 휴대폰 본인 인증 ③ 새 비밀번호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비밀번호를 잊었을 때 (셀프 초기화)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번호가 바뀌었거나 인증번호를 받을 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없으면 3.5를 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초기화를 두 번 했는데도 새 비밀번호로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로그인되지 않으면 IT 헬프데스크(내선 1000)에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진행한 단계와 오류 코드를 알립니다.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진행한 단계와 막힌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코드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셀프 초기화를 할 수 없을 때 (본인 인증 불가)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807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427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2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932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752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372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312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2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번호가 바뀌어서 비밀번호 초기화 인증번호를 받을 수 없습니다.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잃어버려 본인 인증을 할 수 없습니다.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휴대폰으로 인증할 수 없어 셀프 초기화가 막혔습니다. 본인 확인 후 담당자가 처리해야 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번호만 바뀌었다면 인사 시스템의 휴대폰 번호 변경을 먼저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챗봇이나 IT 헬프데스크(내선 1000)에 "셀프 초기화 불가"로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화상 또는 대면으로 본인 확인을 합니다. 사원증을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준비합니다.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71957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71957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비밀번호는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 문자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또는 대면으로 받습니다. 24시간 안에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로그인해 새 비밀번호로 바꿉니다.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5_help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① 챗봇에 상황 알리기 ② 임시 비밀번호는 등록 휴대폰 문자로만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셀프 초기화를 할 수 없을 때 (본인 인증 불가)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비밀번호로 로그인해 새 비밀번호로 바꾸면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잃어버렸다면 먼저 분실 신고를 합니다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(IT-SEC-003 3.6).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비밀번호를 대신 초기화해 달라는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요청은 처리하지 않습니다. 당사자가 직접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인증할 수 없는 이유 (번호 변경·분실)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 번호 변경 신청 여부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875661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9772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임시 비밀번호를 메일·메신저로 보내 달라고 하지 않습니다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321373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헬프데스크도 메일·메신저로는 보내지 않습니다. 그렇게 보내겠다는 연락은 사칭입니다.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잊어버렸거나 만료됐어요. (FAQ-001)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셀프 비밀번호 재설정 포털(password.ict.example)에서 사번과 휴대폰 인증으로 직접 재설정할 수 있습니다. 비밀번호는 12자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이상, 대·소문자·숫자·특수문자를 모두 포함해야 하며 최근 5개는 재사용할 수 없습니다. 90일마다 변경이 필요합니다.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예전 비밀번호를 알려 줄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알려 드릴 수 없습니다. 회사는 비밀번호를 저장하지 않습니다. 3.4의 초기화로 새 비밀번호를 정하세요.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만료 알림을 끌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끌 수 없습니다. 보안 정책상 90일마다 바꿔야 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메일로 "비밀번호 만료 예정, 링크에서 변경하세요"가 왔어요.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링크를 누르지 마세요. 포털 주소를 직접 입력해 바꿉니다. 의심되면 IT-SEC-001에 따라 [피싱 신고]를 누릅니다.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비밀번호는 누구에게도 알려 주지 않습니다. 헬프데스크·챗봇도 묻지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바꾼 뒤에는 저장된 기기의 비밀번호도 바로 바꿉니다.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링크가 담긴 메일은 누르지 않고 포털 주소를 직접 입력합니다.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계정과 같은 비밀번호를 다른 사이트에 쓰지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메모해 모니터나 책상에 붙여 두지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비밀번호 초기화를 대신 요청하지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오류·계정 잠김, 바꾼 뒤 반복 잠김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앱·인증번호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사이트에 비밀번호를 입력했을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바꾸지 않았는데 비밀번호가 바뀌었을 때, 휴대폰 분실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셀프 비밀번호 재설정 포털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사번과 휴대폰 인증으로 비밀번호를 직접 바꾸거나 초기화하는 사이트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만료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 90일이 지나 새 비밀번호로 바꿔야 하는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비밀번호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 후 발급하는 일회용 비밀번호. 24시간 안에 새 비밀번호로 바꾼다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사번과 등록 휴대폰 인증, 또는 화상·대면으로 계정 주인인지 확인하는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IT-ACC-002 비밀번호 변경·초기화 가이드</dc:title>
  <dc:subject>사내 일반 · 전 임직원</dc:subject>
  <dc:creator>서비스데스크</dc:creator>
  <cp:keywords>비밀번호 변경, 비밀번호 초기화, 비밀번호 분실, 비밀번호를 잊었어요, 비밀번호 만료, 비밀번호가 만료되었습니다, AUTH-104, 비밀번호 규칙, 12자, 대문자 소문자 숫자 특수문자, 최근 사용한 비밀번호는 사용할 수 없습니다, 복잡도, 90일, 셀프 비밀번호 재설정 포털, 임시 비밀번호, 본인 확인, 휴대폰 인증, 휴가 후 비밀번호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