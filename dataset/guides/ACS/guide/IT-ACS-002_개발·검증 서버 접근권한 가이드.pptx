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 접근권한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IT-ACS-002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신청·절차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직군 (개발·검증 서버·DB 사용자)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29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권한, 검증 서버, DB 권한, 서버 접근권한 신청, 기간 연장, 역할 변경, SSH 권한, 접속 거부, 시간 초과, 공개키, 프로젝트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신청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5800" y="2294890"/>
            <a:ext cx="78280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서버와 DB 접근권한을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신청·변경·연장하는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후에도 접속이 안 될 때 권한 문제와 서버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장애를 구분하는 방법을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서버와 DB를 쓰는 개발 직군이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장애·배포 실패는 IT-SYS-008, VPN은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IT-NET-001을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개발·검증 서버,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재택·외부는 회사 VPN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서버와 DB 권한도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으로 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개발/검증 중 어느 환경인지, 사내 자원인지 고객사 자원인지 구분합니다. 운영·고객사 서버는 소유 조직의 승인 절차를 따릅니다.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"모든 권한" 대신 조회·실행·배포처럼 실제로 할 작업만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접속이 안 될 때 권한 문제인지 서버·네트워크 장애인지 먼저 구분합니다 (3.4).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4200" y="2500249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1200" y="26018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비밀번호·개인키·토큰은 적거나 보내지 않습니다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2838323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공개키가 필요하면 담당자가 확인해 준 제출 경로만 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323989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4200" y="3564382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84471"/>
                <a:gridCol w="2130612"/>
                <a:gridCol w="24085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서버나 DB 권한이 새로 필요하다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범위를 바꾸거나 기간을 연장하고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 완료 안내를 받았다. 접속을 확인하고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승인받았는데 SSH 접속이 안 된다 / 시간 초과가 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개발 서버에 못 들어가고 배포가 막혔다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집에서 VPN이 연결되지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서버에 내가 하지 않은 접속 기록이 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서버·DB 권한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범위 변경·기간 연장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 완료 후 접속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승인받았는데도 접속이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개발·검증 서버·DB 권한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 검증 결과를 보려고 검증 DB 조회 권한이 필요합니다.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2641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[IT 요청] &gt; [권한 신청]에서 서버 권한 양식을 엽니다.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프로젝트와 환경(개발/검증, 사내/고객사)을 적습니다.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또는 DB와 필요한 작업(조회·실행·배포)을 적습니다.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이유와 시작·종료 희망일을 적고 승인을 요청합니다. 신청번호를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보관합니다.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3656" y="2526411"/>
            <a:ext cx="5724144" cy="354896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acs002_p0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526411"/>
            <a:ext cx="5724144" cy="354896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83656" y="612618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개발·검증 서버 권한 신청서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개발·검증 서버·DB 권한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신청서 항목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적을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구분 · 사용할 사람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/ 변경 / 연장, 이름·사번·부서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· 환경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업무명, 개발 또는 검증, 사내 또는 고객사 자원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· DB · 필요한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 이름과 조회·실행·배포 등 실제로 할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이유 ·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사유, 시작 희망일과 종료 희망일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 ·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신청번호와 승인 기록 (있을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334708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576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시스템인프라팀이 반영하면 접속 방법과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안내가 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334708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334708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37576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양식이 없거나 승인자가 분명하지 않으면 ITssue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문의합니다.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41925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41925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운영·관리자 권한은 별도 승인 경로가 필요합니다.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334708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334708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37576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39941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39941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프로젝트·환경·자원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42306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42306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작업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작업 범위 변경·기간 연장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프로젝트가 연장돼 서버 권한 기간도 늘려야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조회만 하다가 배포도 해야 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신청번호와 현재 권한·종료일을 적습니다.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 필요한 작업이나 새 종료일과 그 이유를 적습니다.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승인을 받아 제출하고, 반영 완료 안내 후 승인된 기능만 확인합니다.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1931" y="2765552"/>
            <a:ext cx="5367594" cy="332790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acs002_p0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931" y="2765552"/>
            <a:ext cx="5367594" cy="33279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접근권한 변경·기간 연장 신청서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작업 범위 변경·기간 연장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프로젝트가 연장돼도 서버 권한이 자동으로 연장되지 않습니다. 종료일 전에 신청합니다. 더 필요 없으면 회수를 요청합니다.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1671574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821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기간·권한으로 반영되면 끝난 것입니다.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671574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821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기간이 끝나 접속이 막혔다면 동료 계정으로 대신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접속하지 말고 연장을 신청합니다.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671574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20821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권한·종료일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권한·종료일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반영 완료 후 접속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947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567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452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072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반영 완료 안내를 받았습니다.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안내한 접속 도구·대상 환경·계정을 확인합니다.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재택·외부에서는 회사 VPN을 먼저 연결합니다 (IT-NET-001).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승인된 작업만 해 봅니다. 개발 권한으로 운영 환경에 시험 접속하지 않습니다.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승인하지 않은 기능이 보이면 쓰지 말고 담당자에게 알립니다.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53377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1200" y="363537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SSH 주소·포트·인증 수단은 담당자 안내를 따릅니다. 이 문서는 접속 명령이나 관리자 권한을 얻는 방법을 안내하지 않습니다.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036949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036949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44754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접속과 승인된 작업이 되면 기존 신청에 정상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사용을 알립니다.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036949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036949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4475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접속이 안 되면 3.4를 봅니다.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036949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036949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4475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6840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68401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접속한 환경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접속이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88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50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388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008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권한을 받았는데 SSH 접속이 "시간 초과"로 실패합니다.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SSH 실패나 시간 초과만으로 권한 부족이라고 단정하지 않습니다. 반영 전이거나, VPN·네트워크 문제이거나, 서버 장애일 수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신청한 자원이 맞는지, 승인만 끝났는지 반영까지 끝났는지 확인합니다.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연결 상태를 확인합니다.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문구·발생 시각·마지막 정상 시각을 적습니다.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신청번호로 ITssue 챗봇에 문의합니다. 접속을 계속 반복하지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접속이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0077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2_p09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00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19979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서버 접속 문제 문의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문구, 처음 발생·마지막 정상 시각, 확인한 내용, 업무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영향·마감을 함께 적습니다.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5652719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57543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방화벽·보안 기능을 끄거나 서버를 다시 시작하지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5990793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재시작·디스크 정리는 사용자가 하는 일이 아닙니다.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접속이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 확인 후 접속되면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여럿이 동시에 접속하지 못하거나 배포가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막혔으면 서버 장애입니다. IT-SYS-008 3.1을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자체가 안 되면 IT-NET-001을 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환경·자원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문구와 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인원·막힌 작업·마감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급한 배포인데 권한을 먼저 받을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막힌 업무와 마감을 적어 우선순위 검토를 요청합니다. 승인 없이 권한을 넓히지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개인키를 보내야 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아니요. 개인키·토큰은 보내지 않습니다. 공개키가 필요하면 담당자가 확인한 경로만 씁니다.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고객사·운영 서버도 같은 방법인가요?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개발·검증 권한과 별개입니다. 소유 조직의 승인 절차를 확인합니다.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계정을 빌려 쓰거나 동료 계정으로 대신 접속하지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비밀번호·개인키·토큰을 메일·메신저로 보내지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권한으로 운영 환경에 접속하지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더 필요 없는 권한은 회수를 요청합니다.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도용·무단 접근·자료 노출이 의심되면 정보보안팀(내선 1119)에 바로 알립니다.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시스템·공유폴더 권한을 새로 받거나 바꿀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이동·퇴사로 권한을 바꿀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자체가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공유 드라이브에 들어가지 못할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노출이 의심될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서버·DB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장애·배포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승인을 받아 내는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승인과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승인은 팀장·자원 소유자가 허락한 것, 반영은 담당자가 실제 권한을 설정한 것. 둘은 따로 확인한다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필요 없는 권한을 담당자가 없애는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권한을 받는 대상. 업무 시스템 메뉴, 공유폴더, 개발·검증 서버·DB 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분리, 화면·양식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IT-ACS-002 개발·검증 서버 접근권한 가이드</dc:title>
  <dc:subject>사내 일반 · 전 임직원</dc:subject>
  <dc:creator>시스템인프라팀</dc:creator>
  <cp:keywords>개발 서버 권한, 검증 서버, DB 권한, 서버 접근권한 신청, 기간 연장, 역할 변경, SSH 권한, 접속 거부, 시간 초과, 공개키, 프로젝트 종료</cp:keywords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