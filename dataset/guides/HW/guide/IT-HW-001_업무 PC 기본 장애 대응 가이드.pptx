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84200" y="1651000"/>
            <a:ext cx="1168400" cy="508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84200" y="2108200"/>
            <a:ext cx="11023600" cy="2705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129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가상 ICT 기업 임직원 IT 안내 · HW·업무 PC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2489200"/>
            <a:ext cx="11023600" cy="609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8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업무 PC 기본 장애 대응 가이드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4200" y="3149600"/>
            <a:ext cx="110236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IT-HW-001  |  엔드포인트지원팀  |  2026.10.16  |  Ver 2.0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4200" y="3581400"/>
            <a:ext cx="1680815" cy="304800"/>
          </a:xfrm>
          <a:prstGeom prst="roundRect">
            <a:avLst>
              <a:gd name="adj" fmla="val 16666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49300" y="3644900"/>
            <a:ext cx="1680815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사내 일반 · 전 임직원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IT-HW-001 · 사내 일반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 / 44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문서 정보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IT-HW-001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84200" y="1168400"/>
          <a:ext cx="11023600" cy="17526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732280"/>
                <a:gridCol w="3779520"/>
                <a:gridCol w="1732280"/>
                <a:gridCol w="3779520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문서 번호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IT-HW-001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버전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v2.0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분류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HW HW·업무 PC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시행일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2026-10-16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문서 유형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장애 대응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열람 등급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사내 일반 (전 임직원)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관리 부서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엔드포인트지원팀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승인자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엔드포인트지원팀장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대상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전 임직원 (회사 지급 PC 사용자)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담당자 매뉴얼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IT-HW-001-M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포함 시나리오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HW-01, HW-02, HW-03, HW-06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관련 FAQ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-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84200" y="3022600"/>
          <a:ext cx="11023600" cy="7874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732280"/>
                <a:gridCol w="9291320"/>
              </a:tblGrid>
              <a:tr h="7874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키워드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PC가 너무 느려요, 컴퓨터 속도 저하, 노트북 버벅임, C드라이브가 꽉 찼어요, 디스크 정리, 시작 프로그램, 작업 관리자, 메모리 부족, 엑셀 몇 개만 켜도 멈춤,</a:t>
                      </a:r>
                    </a:p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SSD, MATLAB, 부팅이 안 됩니다, 노트북이 안 켜져요, 전원 버튼 반응 없음, 블루스크린, 파란 화면, 재부팅 반복, 복구 키를 입력하세요, 로그인 화면에서 멈춤,</a:t>
                      </a:r>
                    </a:p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모니터 인식이 안 돼요, 도킹스테이션 연결 오류, 듀얼 모니터, 모니터 깜빡임, 화면 왜곡, 무선 마우스 끊김, OS 업데이트가 안 끝나요, 재시작 중 멈춤, 업데이트</a:t>
                      </a:r>
                    </a:p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후 소리 안 남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IT-HW-001 · 사내 일반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 / 44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Contents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965200" y="1244600"/>
            <a:ext cx="94996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1. 개요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659892" y="1431290"/>
            <a:ext cx="8423908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0185400" y="12446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4p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5200" y="1676400"/>
            <a:ext cx="94996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2. 먼저 확인할 사항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673908" y="1863090"/>
            <a:ext cx="7409892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10185400" y="16764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6p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5200" y="2108200"/>
            <a:ext cx="94996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3. 증상별 조치 방법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673908" y="2294890"/>
            <a:ext cx="7409892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0185400" y="21082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8p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5200" y="2540000"/>
            <a:ext cx="94996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4. 자주 묻는 질문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496108" y="2726690"/>
            <a:ext cx="7587692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185400" y="25400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36p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5200" y="2971800"/>
            <a:ext cx="94996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5. 주의사항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015492" y="3158490"/>
            <a:ext cx="8068308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10185400" y="29718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38p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5200" y="3403600"/>
            <a:ext cx="94996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6. 문의처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837692" y="3590290"/>
            <a:ext cx="8246108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10185400" y="34036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40p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5200" y="3835400"/>
            <a:ext cx="9499600" cy="2254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75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부록 · 관련 문서 · 용어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2710706" y="4002088"/>
            <a:ext cx="7373094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10185400" y="38354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42p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5200" y="4267200"/>
            <a:ext cx="9499600" cy="2254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75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개정 이력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1783011" y="4433888"/>
            <a:ext cx="8300789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10185400" y="42672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44p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IT-HW-001 · 사내 일반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3 / 44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D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2489200"/>
            <a:ext cx="11023600" cy="810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6380"/>
              </a:lnSpc>
              <a:spcBef>
                <a:spcPts val="0"/>
              </a:spcBef>
              <a:spcAft>
                <a:spcPts val="0"/>
              </a:spcAft>
            </a:pPr>
            <a:r>
              <a:rPr sz="580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4200" y="3505200"/>
            <a:ext cx="11023600" cy="518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79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© 가상 ICT 기업 · IT-HW-001 · 사내 일반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4 / 44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개요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01. 개요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4200" y="1168400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목적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4200" y="1492885"/>
            <a:ext cx="11023600" cy="41478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업무 PC가 느리거나 켜지지 않을 때, 모니터·도킹스테이션·마우스가 인식되지 않을 때, OS 업데이트 후 문제가 생겼을 때 직접 조치하는 방법과 문의하는 방법을</a:t>
            </a:r>
          </a:p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안내한다.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4200" y="1996567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적용 대상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4200" y="2321052"/>
            <a:ext cx="11023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회사가 지급한 노트북·데스크톱과 모니터·도킹스테이션 등 주변기기에 해당한다. 장비 파손·수리·교체 신청은 IT-HW-002, 프린터·복합기는 IT-HW-003을 본다.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4200" y="2617343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적용 환경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84200" y="2941828"/>
          <a:ext cx="11023600" cy="8763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624667"/>
                <a:gridCol w="8398933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관련 도구·시스템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Windows/macOS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관련 도구·시스템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주변기기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OS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Windows, macOS (개발 직군 선택)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IT-HW-001 · 사내 일반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5 / 44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D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2489200"/>
            <a:ext cx="11023600" cy="810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6380"/>
              </a:lnSpc>
              <a:spcBef>
                <a:spcPts val="0"/>
              </a:spcBef>
              <a:spcAft>
                <a:spcPts val="0"/>
              </a:spcAft>
            </a:pPr>
            <a:r>
              <a:rPr sz="580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4200" y="3505200"/>
            <a:ext cx="11023600" cy="518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79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먼저 확인할 사항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© 가상 ICT 기업 · IT-HW-001 · 사내 일반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6 / 44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먼저 확인할 사항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02. 먼저 확인할 사항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35000" y="1168400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8200" y="1168400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먼저 PC를 재부팅해 본다.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5000" y="1407541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8200" y="1407541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증상이 분명하지 않으면 느림·부팅·화면·소리 중 어떤 증상인지 먼저 확인하고 해당 블록을 본다.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000" y="1646682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8200" y="1646682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음료를 쏟았거나 떨어뜨렸으면 바로 전원을 끄고 IT-HW-002 3.1을 따른다.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000" y="1885823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8200" y="1885823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같은 층 전체의 인터넷이 느리면 PC가 아니라 네트워크 문제다. IT-NET-002 3.7을 본다.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000" y="2124964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8200" y="2124964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같은 층이나 여러 부서에서 동시에 같은 증상(예: 같은 업데이트 뒤 부팅 불가)이 생기면 IT 헬프데스크 내선 1000으로 바로 전화한다.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5000" y="2364105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8200" y="2364105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업무 파일은 PC가 아니라 팀 공유 드라이브에 저장해 둔다.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IT-HW-001 · 사내 일반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7 / 44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D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2489200"/>
            <a:ext cx="11023600" cy="810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6380"/>
              </a:lnSpc>
              <a:spcBef>
                <a:spcPts val="0"/>
              </a:spcBef>
              <a:spcAft>
                <a:spcPts val="0"/>
              </a:spcAft>
            </a:pPr>
            <a:r>
              <a:rPr sz="580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4200" y="3505200"/>
            <a:ext cx="11023600" cy="518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79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증상별 조치 방법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© 가상 ICT 기업 · IT-HW-001 · 사내 일반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8 / 44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증상별 조치 방법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조치 방법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84200" y="1168400"/>
          <a:ext cx="11023599" cy="40894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792285"/>
                <a:gridCol w="5427155"/>
                <a:gridCol w="1139220"/>
                <a:gridCol w="1803068"/>
                <a:gridCol w="1861871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번호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제목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문의 유형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처리 구분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담당 부서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3.1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C드라이브가 꽉 찼다는 경고가 뜨고 PC가 느림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HW-01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E7D3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사용자 직접 조치</a:t>
                      </a:r>
                    </a:p>
                  </a:txBody>
                  <a:tcPr marL="76200" marR="76200" marT="63500" marB="63500" anchor="t">
                    <a:solidFill>
                      <a:srgbClr val="E5F2E7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엔드포인트지원팀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3.2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PC를 켜고 프로그램을 여는 데 몇 분씩 걸림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HW-01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E7D3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사용자 직접 조치</a:t>
                      </a:r>
                    </a:p>
                  </a:txBody>
                  <a:tcPr marL="76200" marR="76200" marT="63500" marB="63500" anchor="t">
                    <a:solidFill>
                      <a:srgbClr val="E5F2E7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엔드포인트지원팀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3.3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기본 조치 후에도 엑셀 여러 개나 분석 프로그램을 켜면 노트북이 멈출 듯 느림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HW-01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 담당자 처리</a:t>
                      </a:r>
                    </a:p>
                  </a:txBody>
                  <a:tcPr marL="76200" marR="76200" marT="63500" marB="63500" anchor="t">
                    <a:solidFill>
                      <a:srgbClr val="E3EAF3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엔드포인트지원팀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3.4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전원 버튼을 눌러도 노트북이 켜지지 않음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HW-02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 담당자 처리</a:t>
                      </a:r>
                    </a:p>
                  </a:txBody>
                  <a:tcPr marL="76200" marR="76200" marT="63500" marB="63500" anchor="t">
                    <a:solidFill>
                      <a:srgbClr val="E3EAF3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엔드포인트지원팀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3.5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켜면 파란 화면(블루스크린)이 뜨고 재부팅만 반복됨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HW-02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 담당자 처리</a:t>
                      </a:r>
                    </a:p>
                  </a:txBody>
                  <a:tcPr marL="76200" marR="76200" marT="63500" marB="63500" anchor="t">
                    <a:solidFill>
                      <a:srgbClr val="E3EAF3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엔드포인트지원팀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3.6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로그인 전에 '복구 키를 입력하세요' 화면이 뜸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HW-02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 담당자 처리</a:t>
                      </a:r>
                    </a:p>
                  </a:txBody>
                  <a:tcPr marL="76200" marR="76200" marT="63500" marB="63500" anchor="t">
                    <a:solidFill>
                      <a:srgbClr val="E3EAF3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엔드포인트지원팀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3.7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로그인하면 화면이 멈추거나 오류가 나서 들어가지지 않음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HW-02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 담당자 처리</a:t>
                      </a:r>
                    </a:p>
                  </a:txBody>
                  <a:tcPr marL="76200" marR="76200" marT="63500" marB="63500" anchor="t">
                    <a:solidFill>
                      <a:srgbClr val="E3EAF3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엔드포인트지원팀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3.8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도킹스테이션에 연결해도 외부 모니터에 화면이 안 나옴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HW-03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E7D3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사용자 직접 조치</a:t>
                      </a:r>
                    </a:p>
                  </a:txBody>
                  <a:tcPr marL="76200" marR="76200" marT="63500" marB="63500" anchor="t">
                    <a:solidFill>
                      <a:srgbClr val="E5F2E7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엔드포인트지원팀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3.9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듀얼 모니터 중 한 대만 인식됨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HW-03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E7D3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사용자 직접 조치</a:t>
                      </a:r>
                    </a:p>
                  </a:txBody>
                  <a:tcPr marL="76200" marR="76200" marT="63500" marB="63500" anchor="t">
                    <a:solidFill>
                      <a:srgbClr val="E5F2E7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엔드포인트지원팀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3.10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모니터가 깜빡이다 꺼지거나 화면이 일그러짐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HW-03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 담당자 처리</a:t>
                      </a:r>
                    </a:p>
                  </a:txBody>
                  <a:tcPr marL="76200" marR="76200" marT="63500" marB="63500" anchor="t">
                    <a:solidFill>
                      <a:srgbClr val="E3EAF3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엔드포인트지원팀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3.11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무선 마우스가 자꾸 끊김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HW-03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E7D3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사용자 직접 조치</a:t>
                      </a:r>
                    </a:p>
                  </a:txBody>
                  <a:tcPr marL="76200" marR="76200" marT="63500" marB="63500" anchor="t">
                    <a:solidFill>
                      <a:srgbClr val="E5F2E7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엔드포인트지원팀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3.12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OS 업데이트가 '재시작 중'에서 오래 멈춰 있음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HW-06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 담당자 처리</a:t>
                      </a:r>
                    </a:p>
                  </a:txBody>
                  <a:tcPr marL="76200" marR="76200" marT="63500" marB="63500" anchor="t">
                    <a:solidFill>
                      <a:srgbClr val="E3EAF3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엔드포인트지원팀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3.13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OS 업데이트 후 소리가 나지 않음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HW-06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 담당자 처리</a:t>
                      </a:r>
                    </a:p>
                  </a:txBody>
                  <a:tcPr marL="76200" marR="76200" marT="63500" marB="63500" anchor="t">
                    <a:solidFill>
                      <a:srgbClr val="E3EAF3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엔드포인트지원팀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IT-HW-001 · 사내 일반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9 / 44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3.1 C드라이브가 꽉 찼다는 경고가 뜨고 PC가 느림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조치 방법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60400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문의 유형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9248" y="1168400"/>
            <a:ext cx="57811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365448" y="1219200"/>
            <a:ext cx="42571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HW-01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67359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943559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처리 구분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572407" y="1168400"/>
            <a:ext cx="1130697" cy="292100"/>
          </a:xfrm>
          <a:prstGeom prst="rect">
            <a:avLst/>
          </a:prstGeom>
          <a:solidFill>
            <a:srgbClr val="E5F2E7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2648607" y="1219200"/>
            <a:ext cx="978297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E7D3A"/>
                </a:solidFill>
                <a:latin typeface="Malgun Gothic"/>
                <a:ea typeface="Malgun Gothic"/>
                <a:cs typeface="Malgun Gothic"/>
              </a:rPr>
              <a:t>사용자 직접 조치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703104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779304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담당 부서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408153" y="1168400"/>
            <a:ext cx="1168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4484353" y="1219200"/>
            <a:ext cx="1016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엔드포인트지원팀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576553" y="1168400"/>
            <a:ext cx="705607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652753" y="1219200"/>
            <a:ext cx="553207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관련 FAQ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82159" y="1168400"/>
            <a:ext cx="680306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6358359" y="1219200"/>
            <a:ext cx="527906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FAQ-015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4200" y="1587500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이런 경우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000" y="1911985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8200" y="1911985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C드라이브가 꽉 찼다고 빨간색으로 표시된다.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5000" y="2151126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8200" y="2151126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무엇을 지워야 할지 모르겠다.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4200" y="2441067"/>
            <a:ext cx="11023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화면 메시지: 없음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84200" y="2737358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원인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5000" y="3061843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8200" y="3061843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임시 파일과 보안 프로그램 기록(로그)이 쌓여 저장 공간이 부족함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84200" y="3351784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조치 방법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84200" y="3676269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8200" y="3676269"/>
            <a:ext cx="4816856" cy="41478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탐색기에서 C드라이브를 마우스 오른쪽 클릭 &gt; [속성] &gt; [디스크 정리]를</a:t>
            </a:r>
          </a:p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실행합니다.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84200" y="4122801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②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8200" y="4122801"/>
            <a:ext cx="4816856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'임시 파일', '휴지통' 등을 선택하고 [확인]을 누릅니다.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84200" y="4361942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③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38200" y="4361942"/>
            <a:ext cx="4816856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다운로드 폴더의 오래된 파일은 팀 공유 드라이브로 옮기거나 지웁니다.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84200" y="4601083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④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8200" y="4601083"/>
            <a:ext cx="4816856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C드라이브 여유 공간이 10% 이상인지 확인합니다.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956661" y="3676269"/>
            <a:ext cx="5578133" cy="2417191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1" name="Picture 40" descr="IT-HW-001_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56661" y="3676269"/>
            <a:ext cx="5578133" cy="2417191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5883656" y="6144260"/>
            <a:ext cx="5724144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그림 3.1-1. C드라이브 [속성] &gt; [디스크 정리] 화면. 삭제할 항목 체크 위치를 표시한다.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IT-HW-001 · 사내 일반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10 / 44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3.1 C드라이브가 꽉 찼다는 경고가 뜨고 PC가 느림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조치 방법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3572933" cy="1407287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584200" y="1168400"/>
            <a:ext cx="3572933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11200" y="1295400"/>
            <a:ext cx="3318933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해결 확인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1200" y="15789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8200" y="1578991"/>
            <a:ext cx="3191933" cy="3967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C드라이브 여유 공간이 10% 이상이고 빨간 표시가</a:t>
            </a:r>
          </a:p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사라지면 해결된 것이다.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09533" y="1168400"/>
            <a:ext cx="3572933" cy="1407287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4309533" y="1168400"/>
            <a:ext cx="3572933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4436533" y="1295400"/>
            <a:ext cx="3318933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해결되지 않으면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36533" y="15789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63533" y="1578991"/>
            <a:ext cx="3191933" cy="59512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정리해도 공간이 금방 다시 차면 헬프데스크에</a:t>
            </a:r>
          </a:p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문의한다. 담당자가 보안 프로그램 로그를</a:t>
            </a:r>
          </a:p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정리하고 보관 기간을 설정한다.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36533" y="2212213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63533" y="2212213"/>
            <a:ext cx="3191933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보안 프로그램 폴더의 파일은 직접 지우지 않는다.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34867" y="1168400"/>
            <a:ext cx="3572933" cy="1407287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8034867" y="1168400"/>
            <a:ext cx="3572933" cy="38100"/>
          </a:xfrm>
          <a:prstGeom prst="rect">
            <a:avLst/>
          </a:prstGeom>
          <a:solidFill>
            <a:srgbClr val="2E7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8161867" y="1295400"/>
            <a:ext cx="3318933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문의 시 알려 주실 정보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61867" y="15789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88867" y="1578991"/>
            <a:ext cx="3191933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사번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61867" y="18154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88867" y="1815465"/>
            <a:ext cx="3191933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C드라이브 여유 공간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61867" y="2051939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88867" y="2051939"/>
            <a:ext cx="3191933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이미 해 본 조치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IT-HW-001 · 사내 일반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11 / 44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3.2 PC를 켜고 프로그램을 여는 데 몇 분씩 걸림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조치 방법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60400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문의 유형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9248" y="1168400"/>
            <a:ext cx="57811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365448" y="1219200"/>
            <a:ext cx="42571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HW-01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67359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943559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처리 구분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572407" y="1168400"/>
            <a:ext cx="1130697" cy="292100"/>
          </a:xfrm>
          <a:prstGeom prst="rect">
            <a:avLst/>
          </a:prstGeom>
          <a:solidFill>
            <a:srgbClr val="E5F2E7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2648607" y="1219200"/>
            <a:ext cx="978297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E7D3A"/>
                </a:solidFill>
                <a:latin typeface="Malgun Gothic"/>
                <a:ea typeface="Malgun Gothic"/>
                <a:cs typeface="Malgun Gothic"/>
              </a:rPr>
              <a:t>사용자 직접 조치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703104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779304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담당 부서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408153" y="1168400"/>
            <a:ext cx="1168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4484353" y="1219200"/>
            <a:ext cx="1016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엔드포인트지원팀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576553" y="1168400"/>
            <a:ext cx="705607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652753" y="1219200"/>
            <a:ext cx="553207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관련 FAQ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82159" y="1168400"/>
            <a:ext cx="680306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6358359" y="1219200"/>
            <a:ext cx="527906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FAQ-015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4200" y="1587500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이런 경우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000" y="1911985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8200" y="1911985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PC를 켜고 프로그램을 여는 데만 몇 분씩 걸린다.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5000" y="2151126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8200" y="2151126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데이터 분석을 할 때마다 노트북이 버벅인다.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4200" y="2441067"/>
            <a:ext cx="11023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화면 메시지: 없음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84200" y="2737358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원인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5000" y="3061843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8200" y="3061843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PC를 켤 때 함께 실행되는 프로그램이 너무 많음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5000" y="3300984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8200" y="3300984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디스크 사용률 100% 또는 저장 공간 부족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84200" y="3590925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조치 방법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84200" y="3915410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①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8200" y="3915410"/>
            <a:ext cx="4816856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PC를 재부팅합니다.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84200" y="4154551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②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38200" y="4154551"/>
            <a:ext cx="4816856" cy="41478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작업 관리자(Ctrl+Shift+Esc)에서 CPU·메모리·디스크 사용률을</a:t>
            </a:r>
          </a:p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확인합니다.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84200" y="4601083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③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8200" y="4601083"/>
            <a:ext cx="4816856" cy="41478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[시작 프로그램] 탭에서 업무에 필요 없는 프로그램을 '사용 안 함'으로</a:t>
            </a:r>
          </a:p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바꿉니다. 보안 프로그램은 바꾸지 않습니다.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84200" y="5047615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④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8200" y="5047615"/>
            <a:ext cx="4816856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3.1에 따라 디스크 정리를 합니다.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440678" y="3915410"/>
            <a:ext cx="4610100" cy="1997710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3" name="Picture 42" descr="IT-HW-001_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0678" y="3915410"/>
            <a:ext cx="4610100" cy="1997710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5883656" y="5963920"/>
            <a:ext cx="5724144" cy="3606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그림 3.2-1. 작업 관리자 [시작 프로그램] 탭. 프로그램을 선택하고 [사용 안 함]을 누르는 위치를</a:t>
            </a:r>
          </a:p>
          <a:p>
            <a:pPr algn="ct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표시한다.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IT-HW-001 · 사내 일반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12 / 44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3.2 PC를 켜고 프로그램을 여는 데 몇 분씩 걸림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조치 방법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3572933" cy="1483487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584200" y="1168400"/>
            <a:ext cx="3572933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11200" y="1295400"/>
            <a:ext cx="3318933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해결 확인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1200" y="15789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8200" y="1578991"/>
            <a:ext cx="3191933" cy="3967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재부팅 후 프로그램이 평소 속도로 열리면 해결된</a:t>
            </a:r>
          </a:p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것이다.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09533" y="1168400"/>
            <a:ext cx="3572933" cy="1483487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4309533" y="1168400"/>
            <a:ext cx="3572933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4436533" y="1295400"/>
            <a:ext cx="3318933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해결되지 않으면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36533" y="15789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63533" y="1578991"/>
            <a:ext cx="3191933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계속 느리면 헬프데스크에 원격 점검을 요청한다.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36533" y="18154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63533" y="1815465"/>
            <a:ext cx="3191933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메모리 사용률이 늘 높으면 3.3을 본다.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34867" y="1168400"/>
            <a:ext cx="3572933" cy="1483487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8034867" y="1168400"/>
            <a:ext cx="3572933" cy="38100"/>
          </a:xfrm>
          <a:prstGeom prst="rect">
            <a:avLst/>
          </a:prstGeom>
          <a:solidFill>
            <a:srgbClr val="2E7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8161867" y="1295400"/>
            <a:ext cx="3318933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문의 시 알려 주실 정보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61867" y="15789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88867" y="1578991"/>
            <a:ext cx="3191933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사번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61867" y="18154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88867" y="1815465"/>
            <a:ext cx="3191933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작업 관리자 사용률 화면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61867" y="2051939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88867" y="2051939"/>
            <a:ext cx="3191933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느려진 시점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61867" y="2288413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88867" y="2288413"/>
            <a:ext cx="3191933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이미 해 본 조치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IT-HW-001 · 사내 일반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13 / 44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84835"/>
            <a:ext cx="8483600" cy="2698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125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3.3 기본 조치 후에도 엑셀 여러 개나 분석 프로그램을 켜면 노트북이 멈출 듯 느림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조치 방법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60400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문의 유형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9248" y="1168400"/>
            <a:ext cx="57811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365448" y="1219200"/>
            <a:ext cx="42571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HW-01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67359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943559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처리 구분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572407" y="1168400"/>
            <a:ext cx="990054" cy="292100"/>
          </a:xfrm>
          <a:prstGeom prst="rect">
            <a:avLst/>
          </a:prstGeom>
          <a:solidFill>
            <a:srgbClr val="E3EAF3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2648607" y="1219200"/>
            <a:ext cx="837654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IT 담당자 처리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562462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638662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담당 부서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267510" y="1168400"/>
            <a:ext cx="1168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4343710" y="1219200"/>
            <a:ext cx="1016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엔드포인트지원팀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35910" y="1168400"/>
            <a:ext cx="705607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512110" y="1219200"/>
            <a:ext cx="553207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관련 FAQ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41517" y="1168400"/>
            <a:ext cx="680306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6217717" y="1219200"/>
            <a:ext cx="527906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FAQ-015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4200" y="1587500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이런 경우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000" y="1911985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8200" y="1911985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엑셀 몇 개만 켜도 노트북이 멈춘다.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5000" y="2151126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8200" y="2151126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MATLAB 등으로 시뮬레이션을 돌리면 너무 느려지고, 디스크 정리는 이미 해 봤다.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4200" y="2441067"/>
            <a:ext cx="11023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화면 메시지: 없음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84200" y="2737358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원인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5000" y="3061843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8200" y="3061843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메모리(RAM) 부족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5000" y="3300984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8200" y="3300984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저장 장치(SSD) 노후로 읽기·쓰기 속도 저하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84200" y="3590925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조치 방법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84200" y="3915410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①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8200" y="3915410"/>
            <a:ext cx="4816856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쓰지 않는 프로그램과 브라우저 탭을 닫습니다.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84200" y="4154551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②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38200" y="4154551"/>
            <a:ext cx="4816856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작업 관리자에서 메모리 사용률을 확인합니다.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84200" y="4393692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③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8200" y="4393692"/>
            <a:ext cx="4816856" cy="41478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헬프데스크에 원격 점검을 요청합니다. 담당자가 메모리 증설이나 저장</a:t>
            </a:r>
          </a:p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장치 교체를 진행합니다.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232593" y="3915410"/>
            <a:ext cx="5026269" cy="2178050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1" name="Picture 40" descr="IT-HW-001_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32593" y="3915410"/>
            <a:ext cx="5026269" cy="2178050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5883656" y="6144260"/>
            <a:ext cx="5724144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그림 3.3-1. 작업 관리자 [성능] 탭의 메모리 화면. 메모리 사용률을 확인하는 위치를 표시한다.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IT-HW-001 · 사내 일반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14 / 44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314960"/>
            <a:ext cx="8483600" cy="5397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125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3.3 기본 조치 후에도 엑셀 여러 개나 분석 프로그램을 켜면 노트북이 멈출 듯 느림</a:t>
            </a:r>
          </a:p>
          <a:p>
            <a:pPr algn="l">
              <a:lnSpc>
                <a:spcPts val="2125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조치 방법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3572933" cy="1483487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584200" y="1168400"/>
            <a:ext cx="3572933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11200" y="1295400"/>
            <a:ext cx="3318933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해결 확인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1200" y="15789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8200" y="1578991"/>
            <a:ext cx="3191933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같은 작업을 해도 멈추지 않으면 해결된 것이다.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09533" y="1168400"/>
            <a:ext cx="3572933" cy="1483487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4309533" y="1168400"/>
            <a:ext cx="3572933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4436533" y="1295400"/>
            <a:ext cx="3318933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해결되지 않으면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36533" y="15789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63533" y="1578991"/>
            <a:ext cx="3191933" cy="3967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장비 교체가 필요하다고 안내받으면 IT-HW-002를</a:t>
            </a:r>
          </a:p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따른다.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4867" y="1168400"/>
            <a:ext cx="3572933" cy="1483487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8034867" y="1168400"/>
            <a:ext cx="3572933" cy="38100"/>
          </a:xfrm>
          <a:prstGeom prst="rect">
            <a:avLst/>
          </a:prstGeom>
          <a:solidFill>
            <a:srgbClr val="2E7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161867" y="1295400"/>
            <a:ext cx="3318933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문의 시 알려 주실 정보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61867" y="15789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88867" y="1578991"/>
            <a:ext cx="3191933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사번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61867" y="18154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88867" y="1815465"/>
            <a:ext cx="3191933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노트북 모델명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61867" y="2051939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88867" y="2051939"/>
            <a:ext cx="3191933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느려지는 작업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61867" y="2288413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88867" y="2288413"/>
            <a:ext cx="3191933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작업 관리자 사용률 화면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IT-HW-001 · 사내 일반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15 / 44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3.4 전원 버튼을 눌러도 노트북이 켜지지 않음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조치 방법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60400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문의 유형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9248" y="1168400"/>
            <a:ext cx="57811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365448" y="1219200"/>
            <a:ext cx="42571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HW-02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67359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943559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처리 구분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572407" y="1168400"/>
            <a:ext cx="990054" cy="292100"/>
          </a:xfrm>
          <a:prstGeom prst="rect">
            <a:avLst/>
          </a:prstGeom>
          <a:solidFill>
            <a:srgbClr val="E3EAF3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2648607" y="1219200"/>
            <a:ext cx="837654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IT 담당자 처리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562462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638662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담당 부서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267510" y="1168400"/>
            <a:ext cx="1168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4343710" y="1219200"/>
            <a:ext cx="1016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엔드포인트지원팀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4200" y="1587500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이런 경우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5000" y="1911985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8200" y="1911985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전원 버튼을 눌러도 아무 반응이 없다.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84200" y="2201926"/>
            <a:ext cx="11023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화면 메시지: 없음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4200" y="2498217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원인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000" y="2822702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8200" y="2822702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배터리 완전 방전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5000" y="3061843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8200" y="3061843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전원 어댑터 불량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4200" y="3351784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조치 방법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84200" y="3676269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①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8200" y="3676269"/>
            <a:ext cx="4816856" cy="41478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전원 어댑터를 콘센트와 노트북에 확실히 꽂고 충전 표시등이 켜지는지</a:t>
            </a:r>
          </a:p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봅니다.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84200" y="4122801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②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8200" y="4122801"/>
            <a:ext cx="4816856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충분히 충전한 뒤 전원 버튼을 길게 눌러 다시 켭니다.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84200" y="4361942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③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8200" y="4361942"/>
            <a:ext cx="4816856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다른 콘센트에 꽂아 봅니다.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84200" y="4601083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④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8200" y="4601083"/>
            <a:ext cx="4816856" cy="41478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그래도 켜지지 않으면 헬프데스크에 문의합니다. 담당자가 어댑터를</a:t>
            </a:r>
          </a:p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점검·교체합니다.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956661" y="3676269"/>
            <a:ext cx="5578133" cy="2417191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7" name="Picture 36" descr="IT-HW-001_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56661" y="3676269"/>
            <a:ext cx="5578133" cy="2417191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5883656" y="6144260"/>
            <a:ext cx="5724144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그림 3.4-1. 노트북 전원 연결 그림. 충전 표시등, 전원 버튼, 콘센트 위치를 표시한다.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IT-HW-001 · 사내 일반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16 / 44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3.4 전원 버튼을 눌러도 노트북이 켜지지 않음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조치 방법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3572933" cy="1483487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584200" y="1168400"/>
            <a:ext cx="3572933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11200" y="1295400"/>
            <a:ext cx="3318933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해결 확인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1200" y="15789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8200" y="1578991"/>
            <a:ext cx="3191933" cy="3967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노트북이 켜지고 충전 표시등이 정상이면 해결된</a:t>
            </a:r>
          </a:p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것이다.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09533" y="1168400"/>
            <a:ext cx="3572933" cy="1483487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4309533" y="1168400"/>
            <a:ext cx="3572933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4436533" y="1295400"/>
            <a:ext cx="3318933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해결되지 않으면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36533" y="15789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63533" y="1578991"/>
            <a:ext cx="3191933" cy="3967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어댑터를 바꿔도 켜지지 않으면 수리가 필요하다.</a:t>
            </a:r>
          </a:p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IT-HW-002 3.2에 따라 수리를 신청한다.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4867" y="1168400"/>
            <a:ext cx="3572933" cy="1483487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8034867" y="1168400"/>
            <a:ext cx="3572933" cy="38100"/>
          </a:xfrm>
          <a:prstGeom prst="rect">
            <a:avLst/>
          </a:prstGeom>
          <a:solidFill>
            <a:srgbClr val="2E7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161867" y="1295400"/>
            <a:ext cx="3318933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문의 시 알려 주실 정보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61867" y="15789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88867" y="1578991"/>
            <a:ext cx="3191933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사번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61867" y="18154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88867" y="1815465"/>
            <a:ext cx="3191933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노트북 모델명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61867" y="2051939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88867" y="2051939"/>
            <a:ext cx="3191933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충전 표시등 상태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61867" y="2288413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88867" y="2288413"/>
            <a:ext cx="3191933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이미 해 본 조치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IT-HW-001 · 사내 일반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17 / 44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3.5 켜면 파란 화면(블루스크린)이 뜨고 재부팅만 반복됨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조치 방법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60400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문의 유형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9248" y="1168400"/>
            <a:ext cx="57811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365448" y="1219200"/>
            <a:ext cx="42571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HW-02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67359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943559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처리 구분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572407" y="1168400"/>
            <a:ext cx="990054" cy="292100"/>
          </a:xfrm>
          <a:prstGeom prst="rect">
            <a:avLst/>
          </a:prstGeom>
          <a:solidFill>
            <a:srgbClr val="E3EAF3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2648607" y="1219200"/>
            <a:ext cx="837654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IT 담당자 처리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562462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638662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담당 부서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267510" y="1168400"/>
            <a:ext cx="1168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4343710" y="1219200"/>
            <a:ext cx="1016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엔드포인트지원팀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4200" y="1587500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이런 경우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5000" y="1911985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8200" y="1911985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아침에 노트북을 켰더니 파란 화면이 뜨고 재부팅만 반복된다.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84200" y="2201926"/>
            <a:ext cx="11023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화면 메시지: 없음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4200" y="2498217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원인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000" y="2822702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8200" y="2822702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그래픽 드라이버 충돌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4200" y="3112643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조치 방법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4200" y="3437128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①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8200" y="3437128"/>
            <a:ext cx="4816856" cy="41478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전원을 끄고 외부 모니터·도킹스테이션·USB 장치를 모두 뺀 뒤 다시</a:t>
            </a:r>
          </a:p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켭니다.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84200" y="3883660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8200" y="3883660"/>
            <a:ext cx="4816856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파란 화면이 계속 나오면 화면의 오류 문구를 휴대폰으로 찍어 둡니다.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84200" y="4122801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③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8200" y="4122801"/>
            <a:ext cx="4816856" cy="41478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헬프데스크에 문의합니다. 담당자가 안전 모드로 들어가 드라이버를 이전</a:t>
            </a:r>
          </a:p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버전으로 되돌립니다.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883656" y="3437128"/>
            <a:ext cx="5724144" cy="2480462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3" name="Picture 32" descr="IT-HW-001_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83656" y="3437128"/>
            <a:ext cx="5724144" cy="2480462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5883656" y="5968390"/>
            <a:ext cx="5724144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그림 3.5-1. 파란 화면(블루스크린). 사진으로 찍어 둘 오류 문구 위치를 표시한다.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IT-HW-001 · 사내 일반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18 / 44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3.5 켜면 파란 화면(블루스크린)이 뜨고 재부팅만 반복됨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조치 방법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3572933" cy="1483487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584200" y="1168400"/>
            <a:ext cx="3572933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11200" y="1295400"/>
            <a:ext cx="3318933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해결 확인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1200" y="15789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8200" y="1578991"/>
            <a:ext cx="3191933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로그인 화면까지 정상으로 켜지면 해결된 것이다.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09533" y="1168400"/>
            <a:ext cx="3572933" cy="1483487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4309533" y="1168400"/>
            <a:ext cx="3572933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4436533" y="1295400"/>
            <a:ext cx="3318933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해결되지 않으면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36533" y="15789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63533" y="1578991"/>
            <a:ext cx="3191933" cy="3967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드라이버를 되돌린 뒤에도 반복되면 IT-HW-002</a:t>
            </a:r>
          </a:p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3.2에 따라 수리를 신청한다.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36533" y="2013839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63533" y="2013839"/>
            <a:ext cx="3191933" cy="3967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같은 업데이트 뒤 여러 명이 같은 증상이면 IT</a:t>
            </a:r>
          </a:p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헬프데스크 내선 1000으로 바로 전화한다.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34867" y="1168400"/>
            <a:ext cx="3572933" cy="1483487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8034867" y="1168400"/>
            <a:ext cx="3572933" cy="38100"/>
          </a:xfrm>
          <a:prstGeom prst="rect">
            <a:avLst/>
          </a:prstGeom>
          <a:solidFill>
            <a:srgbClr val="2E7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8161867" y="1295400"/>
            <a:ext cx="3318933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문의 시 알려 주실 정보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61867" y="15789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88867" y="1578991"/>
            <a:ext cx="3191933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사번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61867" y="18154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88867" y="1815465"/>
            <a:ext cx="3191933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노트북 모델명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61867" y="2051939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88867" y="2051939"/>
            <a:ext cx="3191933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파란 화면의 오류 문구 사진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61867" y="2288413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88867" y="2288413"/>
            <a:ext cx="3191933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최근 설치·업데이트한 항목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IT-HW-001 · 사내 일반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19 / 44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3.6 로그인 전에 '복구 키를 입력하세요' 화면이 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조치 방법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60400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문의 유형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9248" y="1168400"/>
            <a:ext cx="57811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365448" y="1219200"/>
            <a:ext cx="42571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HW-02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67359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943559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처리 구분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572407" y="1168400"/>
            <a:ext cx="990054" cy="292100"/>
          </a:xfrm>
          <a:prstGeom prst="rect">
            <a:avLst/>
          </a:prstGeom>
          <a:solidFill>
            <a:srgbClr val="E3EAF3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2648607" y="1219200"/>
            <a:ext cx="837654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IT 담당자 처리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562462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638662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담당 부서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267510" y="1168400"/>
            <a:ext cx="1168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4343710" y="1219200"/>
            <a:ext cx="1016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엔드포인트지원팀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4200" y="1587500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이런 경우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5000" y="1911985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8200" y="1911985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노트북을 켜면 로그인 화면 전에 '복구 키를 입력하세요'라는 화면이 뜬다.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84200" y="2201926"/>
            <a:ext cx="11023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화면 메시지: "복구 키를 입력하세요"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4200" y="2498217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원인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000" y="2822702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8200" y="2822702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노트북 펌웨어 업데이트 뒤 디스크 암호화가 복구 모드로 바뀜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4200" y="3112643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조치 방법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4200" y="3437128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①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8200" y="3437128"/>
            <a:ext cx="4816856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화면에 표시된 복구 키 ID를 적어 둡니다.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84200" y="3676269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8200" y="3676269"/>
            <a:ext cx="4816856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아무 키나 여러 번 입력하지 않습니다.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84200" y="3915410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③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8200" y="3915410"/>
            <a:ext cx="4816856" cy="41478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IT 헬프데스크(내선 1000)에 전화합니다. 본인 확인 후 담당자가 복구</a:t>
            </a:r>
          </a:p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키를 알려 줍니다.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84200" y="4361942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④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8200" y="4361942"/>
            <a:ext cx="4816856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안내받은 복구 키를 입력합니다.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883656" y="3437128"/>
            <a:ext cx="5724144" cy="2480462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5" name="Picture 34" descr="IT-HW-001_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83656" y="3437128"/>
            <a:ext cx="5724144" cy="2480462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5883656" y="5968390"/>
            <a:ext cx="5724144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그림 3.6-1. 복구 키 입력 화면. 복구 키 ID가 표시되는 위치를 표시한다.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IT-HW-001 · 사내 일반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20 / 44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3.6 로그인 전에 '복구 키를 입력하세요' 화면이 뜸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조치 방법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3572933" cy="1247013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584200" y="1168400"/>
            <a:ext cx="3572933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11200" y="1295400"/>
            <a:ext cx="3318933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해결 확인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1200" y="15789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8200" y="1578991"/>
            <a:ext cx="3191933" cy="3967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복구 키를 입력한 뒤 로그인 화면이 나오면 해결된</a:t>
            </a:r>
          </a:p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것이다.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09533" y="1168400"/>
            <a:ext cx="3572933" cy="1247013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4309533" y="1168400"/>
            <a:ext cx="3572933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4436533" y="1295400"/>
            <a:ext cx="3318933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해결되지 않으면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36533" y="15789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63533" y="1578991"/>
            <a:ext cx="3191933" cy="3967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복구 키를 입력해도 같은 화면이 반복되면</a:t>
            </a:r>
          </a:p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헬프데스크에 다시 알린다.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4867" y="1168400"/>
            <a:ext cx="3572933" cy="1247013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8034867" y="1168400"/>
            <a:ext cx="3572933" cy="38100"/>
          </a:xfrm>
          <a:prstGeom prst="rect">
            <a:avLst/>
          </a:prstGeom>
          <a:solidFill>
            <a:srgbClr val="2E7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161867" y="1295400"/>
            <a:ext cx="3318933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문의 시 알려 주실 정보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61867" y="15789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88867" y="1578991"/>
            <a:ext cx="3191933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사번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61867" y="18154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88867" y="1815465"/>
            <a:ext cx="3191933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화면의 복구 키 ID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61867" y="2051939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88867" y="2051939"/>
            <a:ext cx="3191933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노트북 모델명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IT-HW-001 · 사내 일반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21 / 44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3.7 로그인하면 화면이 멈추거나 오류가 나서 들어가지지 않음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조치 방법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60400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문의 유형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9248" y="1168400"/>
            <a:ext cx="57811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365448" y="1219200"/>
            <a:ext cx="42571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HW-02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67359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943559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처리 구분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572407" y="1168400"/>
            <a:ext cx="990054" cy="292100"/>
          </a:xfrm>
          <a:prstGeom prst="rect">
            <a:avLst/>
          </a:prstGeom>
          <a:solidFill>
            <a:srgbClr val="E3EAF3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2648607" y="1219200"/>
            <a:ext cx="837654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IT 담당자 처리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562462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638662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담당 부서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267510" y="1168400"/>
            <a:ext cx="1168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4343710" y="1219200"/>
            <a:ext cx="1016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엔드포인트지원팀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4200" y="1587500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이런 경우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5000" y="1911985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8200" y="1911985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노트북을 켜고 로그인하면 화면이 멈추거나 오류가 나서 들어가지지 않는다.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84200" y="2201926"/>
            <a:ext cx="11023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화면 메시지: 없음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4200" y="2498217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원인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000" y="2822702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8200" y="2822702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OS 업데이트 중 시스템 파일 손상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4200" y="3112643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조치 방법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4200" y="3437128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①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8200" y="3437128"/>
            <a:ext cx="4816856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전원 버튼을 길게 눌러 끈 뒤 다시 켭니다.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84200" y="3676269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8200" y="3676269"/>
            <a:ext cx="4816856" cy="41478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같은 증상이면 헬프데스크에 문의합니다. 담당자가 안전 모드로 들어가</a:t>
            </a:r>
          </a:p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시스템 파일을 복구합니다.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883656" y="3437128"/>
            <a:ext cx="5724144" cy="2480462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1" name="Picture 30" descr="IT-HW-001_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83656" y="3437128"/>
            <a:ext cx="5724144" cy="2480462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5883656" y="5968390"/>
            <a:ext cx="5724144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그림 3.7-1. 로그인 후 멈춘 화면와 조치 순서.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IT-HW-001 · 사내 일반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22 / 44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84835"/>
            <a:ext cx="8483600" cy="2698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125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3.7 로그인하면 화면이 멈추거나 오류가 나서 들어가지지 않음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조치 방법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3572933" cy="1407287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584200" y="1168400"/>
            <a:ext cx="3572933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11200" y="1295400"/>
            <a:ext cx="3318933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해결 확인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1200" y="15789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8200" y="1578991"/>
            <a:ext cx="3191933" cy="3967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로그인 후 바탕화면이 정상으로 나오면 해결된</a:t>
            </a:r>
          </a:p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것이다.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09533" y="1168400"/>
            <a:ext cx="3572933" cy="1407287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4309533" y="1168400"/>
            <a:ext cx="3572933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4436533" y="1295400"/>
            <a:ext cx="3318933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해결되지 않으면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36533" y="15789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63533" y="1578991"/>
            <a:ext cx="3191933" cy="3967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복구가 안 되면 OS를 다시 설치해야 할 수 있다.</a:t>
            </a:r>
          </a:p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평소 업무 파일은 공유 드라이브에 저장해 둔다.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36533" y="2013839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63533" y="2013839"/>
            <a:ext cx="3191933" cy="3967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같은 업데이트 뒤 여러 명이 같은 증상이면 IT</a:t>
            </a:r>
          </a:p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헬프데스크 내선 1000으로 바로 전화한다.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34867" y="1168400"/>
            <a:ext cx="3572933" cy="1407287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8034867" y="1168400"/>
            <a:ext cx="3572933" cy="38100"/>
          </a:xfrm>
          <a:prstGeom prst="rect">
            <a:avLst/>
          </a:prstGeom>
          <a:solidFill>
            <a:srgbClr val="2E7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8161867" y="1295400"/>
            <a:ext cx="3318933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문의 시 알려 주실 정보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61867" y="15789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88867" y="1578991"/>
            <a:ext cx="3191933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사번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61867" y="18154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88867" y="1815465"/>
            <a:ext cx="3191933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최근 OS 업데이트 여부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61867" y="2051939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88867" y="2051939"/>
            <a:ext cx="3191933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화면 메시지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IT-HW-001 · 사내 일반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23 / 44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3.8 도킹스테이션에 연결해도 외부 모니터에 화면이 안 나옴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조치 방법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60400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문의 유형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9248" y="1168400"/>
            <a:ext cx="57811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365448" y="1219200"/>
            <a:ext cx="42571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HW-03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67359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943559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처리 구분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572407" y="1168400"/>
            <a:ext cx="1130697" cy="292100"/>
          </a:xfrm>
          <a:prstGeom prst="rect">
            <a:avLst/>
          </a:prstGeom>
          <a:solidFill>
            <a:srgbClr val="E5F2E7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2648607" y="1219200"/>
            <a:ext cx="978297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E7D3A"/>
                </a:solidFill>
                <a:latin typeface="Malgun Gothic"/>
                <a:ea typeface="Malgun Gothic"/>
                <a:cs typeface="Malgun Gothic"/>
              </a:rPr>
              <a:t>사용자 직접 조치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703104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779304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담당 부서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408153" y="1168400"/>
            <a:ext cx="1168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4484353" y="1219200"/>
            <a:ext cx="1016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엔드포인트지원팀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576553" y="1168400"/>
            <a:ext cx="705607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652753" y="1219200"/>
            <a:ext cx="553207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관련 FAQ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82159" y="1168400"/>
            <a:ext cx="680306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6358359" y="1219200"/>
            <a:ext cx="527906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FAQ-016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4200" y="1587500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이런 경우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000" y="1911985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8200" y="1911985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도킹스테이션에 노트북을 연결해도 외부 모니터에 화면이 안 나온다.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4200" y="2201926"/>
            <a:ext cx="11023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화면 메시지: 없음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4200" y="2498217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원인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5000" y="2822702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8200" y="2822702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도킹스테이션 펌웨어 구버전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4200" y="3112643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조치 방법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84200" y="3437128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①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8200" y="3437128"/>
            <a:ext cx="4816856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케이블을 다시 연결하고 디스플레이 설정에서 [감지]를 누릅니다.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84200" y="3676269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②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8200" y="3676269"/>
            <a:ext cx="4816856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도킹스테이션 전원을 껐다가 다시 켭니다.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84200" y="3915410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③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8200" y="3915410"/>
            <a:ext cx="4816856" cy="41478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그래도 안 나오면 헬프데스크 안내에 따라 도킹스테이션 펌웨어를 최신</a:t>
            </a:r>
          </a:p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버전으로 업데이트합니다.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883656" y="3437128"/>
            <a:ext cx="5724144" cy="2480462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7" name="Picture 36" descr="IT-HW-001_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83656" y="3437128"/>
            <a:ext cx="5724144" cy="2480462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5883656" y="5968390"/>
            <a:ext cx="5724144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그림 3.8-1. Windows [설정] &gt; [시스템] &gt; [디스플레이] 화면. [감지] 버튼 위치를 표시한다.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IT-HW-001 · 사내 일반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24 / 44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84835"/>
            <a:ext cx="8483600" cy="2698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125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3.8 도킹스테이션에 연결해도 외부 모니터에 화면이 안 나옴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조치 방법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3572933" cy="1483487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584200" y="1168400"/>
            <a:ext cx="3572933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11200" y="1295400"/>
            <a:ext cx="3318933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해결 확인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1200" y="15789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8200" y="1578991"/>
            <a:ext cx="3191933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외부 모니터에 화면이 나오면 해결된 것이다.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09533" y="1168400"/>
            <a:ext cx="3572933" cy="1483487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4309533" y="1168400"/>
            <a:ext cx="3572933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4436533" y="1295400"/>
            <a:ext cx="3318933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해결되지 않으면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36533" y="15789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63533" y="1578991"/>
            <a:ext cx="3191933" cy="3967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펌웨어를 업데이트해도 안 나오면 헬프데스크에</a:t>
            </a:r>
          </a:p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문의한다.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4867" y="1168400"/>
            <a:ext cx="3572933" cy="1483487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8034867" y="1168400"/>
            <a:ext cx="3572933" cy="38100"/>
          </a:xfrm>
          <a:prstGeom prst="rect">
            <a:avLst/>
          </a:prstGeom>
          <a:solidFill>
            <a:srgbClr val="2E7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161867" y="1295400"/>
            <a:ext cx="3318933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문의 시 알려 주실 정보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61867" y="15789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88867" y="1578991"/>
            <a:ext cx="3191933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사번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61867" y="18154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88867" y="1815465"/>
            <a:ext cx="3191933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도킹스테이션·모니터 모델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61867" y="2051939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88867" y="2051939"/>
            <a:ext cx="3191933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연결 방식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61867" y="2288413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88867" y="2288413"/>
            <a:ext cx="3191933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이미 해 본 조치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IT-HW-001 · 사내 일반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25 / 44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3.9 듀얼 모니터 중 한 대만 인식됨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조치 방법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60400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문의 유형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9248" y="1168400"/>
            <a:ext cx="57811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365448" y="1219200"/>
            <a:ext cx="42571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HW-03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67359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943559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처리 구분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572407" y="1168400"/>
            <a:ext cx="1130697" cy="292100"/>
          </a:xfrm>
          <a:prstGeom prst="rect">
            <a:avLst/>
          </a:prstGeom>
          <a:solidFill>
            <a:srgbClr val="E5F2E7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2648607" y="1219200"/>
            <a:ext cx="978297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E7D3A"/>
                </a:solidFill>
                <a:latin typeface="Malgun Gothic"/>
                <a:ea typeface="Malgun Gothic"/>
                <a:cs typeface="Malgun Gothic"/>
              </a:rPr>
              <a:t>사용자 직접 조치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703104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779304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담당 부서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408153" y="1168400"/>
            <a:ext cx="1168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4484353" y="1219200"/>
            <a:ext cx="1016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엔드포인트지원팀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576553" y="1168400"/>
            <a:ext cx="705607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652753" y="1219200"/>
            <a:ext cx="553207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관련 FAQ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82159" y="1168400"/>
            <a:ext cx="680306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6358359" y="1219200"/>
            <a:ext cx="527906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FAQ-016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4200" y="1587500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이런 경우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000" y="1911985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8200" y="1911985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듀얼 모니터 중 한 대만 인식된다.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4200" y="2201926"/>
            <a:ext cx="11023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화면 메시지: 없음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4200" y="2498217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원인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5000" y="2822702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8200" y="2822702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디스플레이 케이블 불량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4200" y="3112643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조치 방법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84200" y="3437128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①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8200" y="3437128"/>
            <a:ext cx="4816856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인식되지 않는 모니터의 케이블을 양쪽 모두 다시 꽂습니다.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84200" y="3676269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②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8200" y="3676269"/>
            <a:ext cx="4816856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디스플레이 설정에서 [감지]를 누릅니다.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84200" y="3915410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③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8200" y="3915410"/>
            <a:ext cx="4816856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다른 케이블이나 다른 포트로 바꿔 연결해 봅니다.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84200" y="4154551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④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38200" y="4154551"/>
            <a:ext cx="4816856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케이블 불량이면 헬프데스크에 케이블 교체를 요청합니다.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883656" y="3437128"/>
            <a:ext cx="5724144" cy="2480462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9" name="Picture 38" descr="IT-HW-001_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83656" y="3437128"/>
            <a:ext cx="5724144" cy="2480462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5883656" y="5968390"/>
            <a:ext cx="5724144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그림 3.9-1. 듀얼 모니터 연결 그림. 다시 꽂을 케이블과 바꿔 볼 포트를 표시한다.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IT-HW-001 · 사내 일반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26 / 44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3.9 듀얼 모니터 중 한 대만 인식됨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조치 방법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3572933" cy="1247013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584200" y="1168400"/>
            <a:ext cx="3572933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11200" y="1295400"/>
            <a:ext cx="3318933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해결 확인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1200" y="15789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8200" y="1578991"/>
            <a:ext cx="3191933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두 모니터가 모두 인식되면 해결된 것이다.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09533" y="1168400"/>
            <a:ext cx="3572933" cy="1247013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4309533" y="1168400"/>
            <a:ext cx="3572933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4436533" y="1295400"/>
            <a:ext cx="3318933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해결되지 않으면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36533" y="15789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63533" y="1578991"/>
            <a:ext cx="3191933" cy="3967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케이블을 바꿔도 안 되면 헬프데스크에 모니터</a:t>
            </a:r>
          </a:p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점검을 요청한다.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4867" y="1168400"/>
            <a:ext cx="3572933" cy="1247013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8034867" y="1168400"/>
            <a:ext cx="3572933" cy="38100"/>
          </a:xfrm>
          <a:prstGeom prst="rect">
            <a:avLst/>
          </a:prstGeom>
          <a:solidFill>
            <a:srgbClr val="2E7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161867" y="1295400"/>
            <a:ext cx="3318933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문의 시 알려 주실 정보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61867" y="15789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88867" y="1578991"/>
            <a:ext cx="3191933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사번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61867" y="18154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88867" y="1815465"/>
            <a:ext cx="3191933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모니터 모델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61867" y="2051939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88867" y="2051939"/>
            <a:ext cx="3191933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연결 케이블 종류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IT-HW-001 · 사내 일반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27 / 44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3.10 모니터가 깜빡이다 꺼지거나 화면이 일그러짐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조치 방법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60400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문의 유형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9248" y="1168400"/>
            <a:ext cx="57811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365448" y="1219200"/>
            <a:ext cx="42571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HW-03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67359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943559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처리 구분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572407" y="1168400"/>
            <a:ext cx="990054" cy="292100"/>
          </a:xfrm>
          <a:prstGeom prst="rect">
            <a:avLst/>
          </a:prstGeom>
          <a:solidFill>
            <a:srgbClr val="E3EAF3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2648607" y="1219200"/>
            <a:ext cx="837654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IT 담당자 처리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562462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638662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담당 부서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267510" y="1168400"/>
            <a:ext cx="1168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4343710" y="1219200"/>
            <a:ext cx="1016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엔드포인트지원팀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35910" y="1168400"/>
            <a:ext cx="705607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512110" y="1219200"/>
            <a:ext cx="553207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관련 FAQ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41517" y="1168400"/>
            <a:ext cx="680306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6217717" y="1219200"/>
            <a:ext cx="527906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FAQ-016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4200" y="1587500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이런 경우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000" y="1911985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8200" y="1911985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모니터가 자꾸 깜빡이다가 꺼지고, 케이블을 다시 꽂아도 같다.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5000" y="2151126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8200" y="2151126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모니터 화면이 일그러져 보이고, 드라이버를 다시 설치하고 연결도 확인했다.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4200" y="2441067"/>
            <a:ext cx="11023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화면 메시지: 없음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84200" y="2737358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원인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5000" y="3061843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8200" y="3061843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도킹스테이션 펌웨어 구버전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5000" y="3300984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8200" y="3300984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모니터 패널 불량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84200" y="3590925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조치 방법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84200" y="3915410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①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8200" y="3915410"/>
            <a:ext cx="4816856" cy="41478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도킹스테이션 없이 노트북에 모니터를 직접 연결해 같은 증상인지</a:t>
            </a:r>
          </a:p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확인합니다.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84200" y="4361942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②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38200" y="4361942"/>
            <a:ext cx="4816856" cy="41478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증상을 사진으로 찍어 헬프데스크에 문의합니다. 담당자가 도킹스테이션</a:t>
            </a:r>
          </a:p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펌웨어를 업데이트하거나 모니터를 교체합니다.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232593" y="3915410"/>
            <a:ext cx="5026269" cy="2178050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9" name="Picture 38" descr="IT-HW-001_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32593" y="3915410"/>
            <a:ext cx="5026269" cy="2178050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5883656" y="6144260"/>
            <a:ext cx="5724144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그림 3.10-1. 모니터 직접 연결 그림. 도킹스테이션 없이 노트북에 바로 연결하는 방법을 표시한다.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IT-HW-001 · 사내 일반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28 / 44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3.10 모니터가 깜빡이다 꺼지거나 화면이 일그러짐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조치 방법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3572933" cy="1483487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584200" y="1168400"/>
            <a:ext cx="3572933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11200" y="1295400"/>
            <a:ext cx="3318933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해결 확인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1200" y="15789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8200" y="1578991"/>
            <a:ext cx="3191933" cy="3967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깜빡임이나 일그러짐 없이 화면이 나오면 해결된</a:t>
            </a:r>
          </a:p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것이다.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09533" y="1168400"/>
            <a:ext cx="3572933" cy="1483487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4309533" y="1168400"/>
            <a:ext cx="3572933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4436533" y="1295400"/>
            <a:ext cx="3318933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해결되지 않으면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36533" y="15789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63533" y="1578991"/>
            <a:ext cx="3191933" cy="3967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모니터 교체가 필요하면 엔드포인트지원팀이 교체</a:t>
            </a:r>
          </a:p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일정을 안내한다.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4867" y="1168400"/>
            <a:ext cx="3572933" cy="1483487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8034867" y="1168400"/>
            <a:ext cx="3572933" cy="38100"/>
          </a:xfrm>
          <a:prstGeom prst="rect">
            <a:avLst/>
          </a:prstGeom>
          <a:solidFill>
            <a:srgbClr val="2E7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161867" y="1295400"/>
            <a:ext cx="3318933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문의 시 알려 주실 정보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61867" y="15789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88867" y="1578991"/>
            <a:ext cx="3191933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사번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61867" y="18154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88867" y="1815465"/>
            <a:ext cx="3191933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모니터·도킹스테이션 모델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61867" y="2051939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88867" y="2051939"/>
            <a:ext cx="3191933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증상 사진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61867" y="2288413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88867" y="2288413"/>
            <a:ext cx="3191933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이미 해 본 조치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IT-HW-001 · 사내 일반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29 / 44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3.11 무선 마우스가 자꾸 끊김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조치 방법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60400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문의 유형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9248" y="1168400"/>
            <a:ext cx="57811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365448" y="1219200"/>
            <a:ext cx="42571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HW-03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67359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943559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처리 구분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572407" y="1168400"/>
            <a:ext cx="1130697" cy="292100"/>
          </a:xfrm>
          <a:prstGeom prst="rect">
            <a:avLst/>
          </a:prstGeom>
          <a:solidFill>
            <a:srgbClr val="E5F2E7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2648607" y="1219200"/>
            <a:ext cx="978297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E7D3A"/>
                </a:solidFill>
                <a:latin typeface="Malgun Gothic"/>
                <a:ea typeface="Malgun Gothic"/>
                <a:cs typeface="Malgun Gothic"/>
              </a:rPr>
              <a:t>사용자 직접 조치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703104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779304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담당 부서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408153" y="1168400"/>
            <a:ext cx="1168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4484353" y="1219200"/>
            <a:ext cx="1016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엔드포인트지원팀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576553" y="1168400"/>
            <a:ext cx="705607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652753" y="1219200"/>
            <a:ext cx="553207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관련 FAQ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82159" y="1168400"/>
            <a:ext cx="680306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6358359" y="1219200"/>
            <a:ext cx="527906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FAQ-016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4200" y="1587500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이런 경우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000" y="1911985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8200" y="1911985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무선 마우스가 자꾸 끊긴다.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4200" y="2201926"/>
            <a:ext cx="11023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화면 메시지: 없음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4200" y="2498217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원인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5000" y="2822702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8200" y="2822702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마우스 USB 수신기 주변의 전파 간섭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4200" y="3112643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조치 방법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84200" y="3437128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①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8200" y="3437128"/>
            <a:ext cx="4816856" cy="41478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마우스 수신기를 도킹스테이션이나 모니터 포트에서 빼서 노트북 본체</a:t>
            </a:r>
          </a:p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USB 포트에 꽂습니다.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84200" y="3883660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②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8200" y="3883660"/>
            <a:ext cx="4816856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마우스 배터리를 확인합니다.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84200" y="4122801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③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8200" y="4122801"/>
            <a:ext cx="4816856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다시 사용해 봅니다.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883656" y="3437128"/>
            <a:ext cx="5724144" cy="2480462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7" name="Picture 36" descr="IT-HW-001_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83656" y="3437128"/>
            <a:ext cx="5724144" cy="2480462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5883656" y="5968390"/>
            <a:ext cx="5724144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그림 3.11-1. 무선 마우스 수신기 위치 그림. 수신기를 꽂을 노트북 USB 포트를 표시한다.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IT-HW-001 · 사내 일반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30 / 44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3.11 무선 마우스가 자꾸 끊김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조치 방법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3572933" cy="1247013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584200" y="1168400"/>
            <a:ext cx="3572933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11200" y="1295400"/>
            <a:ext cx="3318933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해결 확인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1200" y="15789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8200" y="1578991"/>
            <a:ext cx="3191933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마우스가 끊기지 않으면 해결된 것이다.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09533" y="1168400"/>
            <a:ext cx="3572933" cy="1247013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4309533" y="1168400"/>
            <a:ext cx="3572933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4436533" y="1295400"/>
            <a:ext cx="3318933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해결되지 않으면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36533" y="15789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63533" y="1578991"/>
            <a:ext cx="3191933" cy="3967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계속 끊기면 IT-HW-002 3.6에 따라 마우스 교체를</a:t>
            </a:r>
          </a:p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신청한다.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4867" y="1168400"/>
            <a:ext cx="3572933" cy="1247013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8034867" y="1168400"/>
            <a:ext cx="3572933" cy="38100"/>
          </a:xfrm>
          <a:prstGeom prst="rect">
            <a:avLst/>
          </a:prstGeom>
          <a:solidFill>
            <a:srgbClr val="2E7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161867" y="1295400"/>
            <a:ext cx="3318933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문의 시 알려 주실 정보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61867" y="15789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88867" y="1578991"/>
            <a:ext cx="3191933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사번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61867" y="18154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88867" y="1815465"/>
            <a:ext cx="3191933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마우스 모델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61867" y="2051939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88867" y="2051939"/>
            <a:ext cx="3191933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수신기를 꽂은 위치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IT-HW-001 · 사내 일반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31 / 44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3.12 OS 업데이트가 '재시작 중'에서 오래 멈춰 있음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조치 방법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60400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문의 유형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9248" y="1168400"/>
            <a:ext cx="57811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365448" y="1219200"/>
            <a:ext cx="42571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HW-06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67359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943559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처리 구분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572407" y="1168400"/>
            <a:ext cx="990054" cy="292100"/>
          </a:xfrm>
          <a:prstGeom prst="rect">
            <a:avLst/>
          </a:prstGeom>
          <a:solidFill>
            <a:srgbClr val="E3EAF3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2648607" y="1219200"/>
            <a:ext cx="837654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IT 담당자 처리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562462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638662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담당 부서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267510" y="1168400"/>
            <a:ext cx="1168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4343710" y="1219200"/>
            <a:ext cx="1016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엔드포인트지원팀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4200" y="1587500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이런 경우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5000" y="1911985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8200" y="1911985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OS 업데이트가 '재시작 중'에서 30분째 멈춰 있다.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84200" y="2201926"/>
            <a:ext cx="11023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화면 메시지: "재시작 중"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4200" y="2498217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원인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000" y="2822702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8200" y="2822702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업데이트 설치 중 디스크 공간 부족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4200" y="3112643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조치 방법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4200" y="3437128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①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8200" y="3437128"/>
            <a:ext cx="4816856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전원을 강제로 끄지 말고 노트북을 전원에 연결한 채 기다립니다.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84200" y="3676269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8200" y="3676269"/>
            <a:ext cx="4816856" cy="41478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오래 그대로면 화면을 사진으로 찍어 헬프데스크에 문의합니다. 담당자가</a:t>
            </a:r>
          </a:p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디스크 공간을 확보한 뒤 업데이트를 다시 진행합니다.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84200" y="4122801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③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8200" y="4122801"/>
            <a:ext cx="4816856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평소 3.1에 따라 C드라이브 여유 공간을 10% 이상 유지합니다.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883656" y="3437128"/>
            <a:ext cx="5724144" cy="2480462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3" name="Picture 32" descr="IT-HW-001_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83656" y="3437128"/>
            <a:ext cx="5724144" cy="2480462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5883656" y="5968390"/>
            <a:ext cx="5724144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그림 3.12-1. OS 업데이트 '재시작 중' 화면와 조치 순서.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IT-HW-001 · 사내 일반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32 / 44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3.12 OS 업데이트가 '재시작 중'에서 오래 멈춰 있음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조치 방법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3572933" cy="1483487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584200" y="1168400"/>
            <a:ext cx="3572933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11200" y="1295400"/>
            <a:ext cx="3318933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해결 확인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1200" y="15789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8200" y="1578991"/>
            <a:ext cx="3191933" cy="3967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업데이트가 끝나고 로그인 화면이 나오면 해결된</a:t>
            </a:r>
          </a:p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것이다.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09533" y="1168400"/>
            <a:ext cx="3572933" cy="1483487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4309533" y="1168400"/>
            <a:ext cx="3572933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4436533" y="1295400"/>
            <a:ext cx="3318933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해결되지 않으면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36533" y="15789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63533" y="1578991"/>
            <a:ext cx="3191933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업데이트 후 로그인이 안 되면 3.7을 본다.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36533" y="18154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63533" y="1815465"/>
            <a:ext cx="3191933" cy="3967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같은 업데이트 뒤 여러 명이 같은 증상이면 IT</a:t>
            </a:r>
          </a:p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헬프데스크 내선 1000으로 바로 전화한다.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34867" y="1168400"/>
            <a:ext cx="3572933" cy="1483487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8034867" y="1168400"/>
            <a:ext cx="3572933" cy="38100"/>
          </a:xfrm>
          <a:prstGeom prst="rect">
            <a:avLst/>
          </a:prstGeom>
          <a:solidFill>
            <a:srgbClr val="2E7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8161867" y="1295400"/>
            <a:ext cx="3318933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문의 시 알려 주실 정보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61867" y="15789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88867" y="1578991"/>
            <a:ext cx="3191933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사번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61867" y="18154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88867" y="1815465"/>
            <a:ext cx="3191933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멈춘 화면 사진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61867" y="2051939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88867" y="2051939"/>
            <a:ext cx="3191933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멈춘 시간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61867" y="2288413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88867" y="2288413"/>
            <a:ext cx="3191933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C드라이브 여유 공간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IT-HW-001 · 사내 일반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33 / 44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3.13 OS 업데이트 후 소리가 나지 않음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조치 방법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60400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문의 유형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9248" y="1168400"/>
            <a:ext cx="57811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365448" y="1219200"/>
            <a:ext cx="42571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HW-06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67359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943559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처리 구분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572407" y="1168400"/>
            <a:ext cx="990054" cy="292100"/>
          </a:xfrm>
          <a:prstGeom prst="rect">
            <a:avLst/>
          </a:prstGeom>
          <a:solidFill>
            <a:srgbClr val="E3EAF3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2648607" y="1219200"/>
            <a:ext cx="837654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IT 담당자 처리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562462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638662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담당 부서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267510" y="1168400"/>
            <a:ext cx="1168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4343710" y="1219200"/>
            <a:ext cx="1016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엔드포인트지원팀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4200" y="1587500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이런 경우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5000" y="1911985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8200" y="1911985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OS 업데이트 이후로 소리가 나지 않는다.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84200" y="2201926"/>
            <a:ext cx="11023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화면 메시지: 없음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4200" y="2498217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원인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000" y="2822702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8200" y="2822702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업데이트 과정에서 오디오 드라이버가 바뀜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4200" y="3112643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조치 방법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4200" y="3437128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①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8200" y="3437128"/>
            <a:ext cx="4816856" cy="41478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작업 표시줄의 소리 아이콘에서 출력 장치가 맞게 선택되어 있는지</a:t>
            </a:r>
          </a:p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확인합니다.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84200" y="3883660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8200" y="3883660"/>
            <a:ext cx="4816856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PC를 재부팅합니다.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84200" y="4122801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③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8200" y="4122801"/>
            <a:ext cx="4816856" cy="41478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그래도 소리가 나지 않으면 헬프데스크에 문의합니다. 담당자가 오디오</a:t>
            </a:r>
          </a:p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드라이버를 다시 설치합니다.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883656" y="3437128"/>
            <a:ext cx="5724144" cy="2480462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3" name="Picture 32" descr="IT-HW-001_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83656" y="3437128"/>
            <a:ext cx="5724144" cy="2480462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5883656" y="5968390"/>
            <a:ext cx="5724144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그림 3.13-1. 소리 출력 장치 선택 화면. 출력 장치를 확인하는 위치를 표시한다.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IT-HW-001 · 사내 일반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34 / 44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3.13 OS 업데이트 후 소리가 나지 않음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조치 방법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3572933" cy="1483487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584200" y="1168400"/>
            <a:ext cx="3572933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11200" y="1295400"/>
            <a:ext cx="3318933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해결 확인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1200" y="15789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8200" y="1578991"/>
            <a:ext cx="3191933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소리가 정상으로 나면 해결된 것이다.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09533" y="1168400"/>
            <a:ext cx="3572933" cy="1483487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4309533" y="1168400"/>
            <a:ext cx="3572933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4436533" y="1295400"/>
            <a:ext cx="3318933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해결되지 않으면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36533" y="15789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63533" y="1578991"/>
            <a:ext cx="3191933" cy="3967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화상회의에서만 소리 문제가 있으면 IT-SYS-005를</a:t>
            </a:r>
          </a:p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본다.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4867" y="1168400"/>
            <a:ext cx="3572933" cy="1483487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8034867" y="1168400"/>
            <a:ext cx="3572933" cy="38100"/>
          </a:xfrm>
          <a:prstGeom prst="rect">
            <a:avLst/>
          </a:prstGeom>
          <a:solidFill>
            <a:srgbClr val="2E7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161867" y="1295400"/>
            <a:ext cx="3318933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문의 시 알려 주실 정보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61867" y="15789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88867" y="1578991"/>
            <a:ext cx="3191933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사번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61867" y="18154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88867" y="1815465"/>
            <a:ext cx="3191933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업데이트 날짜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61867" y="2051939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88867" y="2051939"/>
            <a:ext cx="3191933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출력 장치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61867" y="2288413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88867" y="2288413"/>
            <a:ext cx="3191933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이미 해 본 조치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IT-HW-001 · 사내 일반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35 / 44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D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2489200"/>
            <a:ext cx="11023600" cy="810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6380"/>
              </a:lnSpc>
              <a:spcBef>
                <a:spcPts val="0"/>
              </a:spcBef>
              <a:spcAft>
                <a:spcPts val="0"/>
              </a:spcAft>
            </a:pPr>
            <a:r>
              <a:rPr sz="580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4200" y="3505200"/>
            <a:ext cx="11023600" cy="518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79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자주 묻는 질문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© 가상 ICT 기업 · IT-HW-001 · 사내 일반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36 / 44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자주 묻는 질문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04. 자주 묻는 질문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84200" y="1168400"/>
          <a:ext cx="11023600" cy="10414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3674533"/>
                <a:gridCol w="7349067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질문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답변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4572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PC가 너무 느려요. (FAQ-015)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재부팅 후에도 느리다면 작업 관리자에서 CPU·메모리·디스크 사용률을 확인하세요. C드라이브 여유 공간이 10% 미만이면</a:t>
                      </a:r>
                    </a:p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디스크 정리를 실행하세요. 계속 느리면 원격 점검을 요청하세요.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외부 모니터가 인식되지 않아요. (FAQ-016)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케이블을 다시 연결하고 디스플레이 설정에서 '감지'를 눌러 보세요. 도킹스테이션을 쓰는 경우 도킹 전원을 껐다 켜 보세요.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IT-HW-001 · 사내 일반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37 / 44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D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2489200"/>
            <a:ext cx="11023600" cy="810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6380"/>
              </a:lnSpc>
              <a:spcBef>
                <a:spcPts val="0"/>
              </a:spcBef>
              <a:spcAft>
                <a:spcPts val="0"/>
              </a:spcAft>
            </a:pPr>
            <a:r>
              <a:rPr sz="580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4200" y="3505200"/>
            <a:ext cx="11023600" cy="518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79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주의사항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© 가상 ICT 기업 · IT-HW-001 · 사내 일반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38 / 44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주의사항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05. 주의사항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35000" y="1168400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8200" y="1168400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업데이트 중에는 전원을 강제로 끄지 않는다.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5000" y="1407541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8200" y="1407541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복구 키를 추측해 여러 번 입력하지 않는다.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000" y="1646682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8200" y="1646682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보안 프로그램 폴더나 시스템 폴더의 파일을 직접 지우지 않는다.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000" y="1885823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8200" y="1885823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업무 파일은 PC가 아니라 팀 공유 드라이브에 저장한다.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IT-HW-001 · 사내 일반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39 / 44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D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2489200"/>
            <a:ext cx="11023600" cy="810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6380"/>
              </a:lnSpc>
              <a:spcBef>
                <a:spcPts val="0"/>
              </a:spcBef>
              <a:spcAft>
                <a:spcPts val="0"/>
              </a:spcAft>
            </a:pPr>
            <a:r>
              <a:rPr sz="580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4200" y="3505200"/>
            <a:ext cx="11023600" cy="518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79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문의처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© 가상 ICT 기업 · IT-HW-001 · 사내 일반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40 / 44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문의처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06. 문의처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84200" y="1168400"/>
          <a:ext cx="11023600" cy="22098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204720"/>
                <a:gridCol w="3307080"/>
                <a:gridCol w="5511800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창구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연락처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이용 기준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4572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ITssue 챗봇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사내 IT 포털 상단 [챗봇 문의]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24시간. 모든 IT 문의의 기본 창구입니다. 챗봇이 해결하지 못하면 확인을 거쳐 담당 팀에</a:t>
                      </a:r>
                    </a:p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티켓으로 접수합니다.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 헬프데스크 (서비스데스크)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내선 1000 (평일 09:00~18:00)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PC나 챗봇을 쓸 수 없을 때, 여러 사람이 함께 업무를 못 할 때, 본인 확인이 필요한 처리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정보보안팀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내선 1119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링크 클릭·비밀번호 입력·감염 의심·계정 도용·장비 분실처럼 바로 알려야 할 보안 문제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메신저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#it-helpdesk 채널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일반 IT 문의 (챗봇을 쓸 수 없을 때)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메일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it-helpdesk@ict.example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일반 IT 문의. 비밀번호·인증번호는 메일로 보내지 않습니다.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처리 상황 알림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사내 메신저 알림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접수·담당자 배정·처리 완료를 알려 드립니다. 진행 상황은 [내 요청 현황]에서도 봅니다.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IT-HW-001 · 사내 일반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41 / 44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D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2489200"/>
            <a:ext cx="11023600" cy="5588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4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부록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4200" y="3505200"/>
            <a:ext cx="11023600" cy="518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79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관련 문서 · 용어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© 가상 ICT 기업 · IT-HW-001 · 사내 일반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42 / 44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관련 문서 · 용어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부록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4200" y="1168400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관련 문서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84200" y="1492885"/>
          <a:ext cx="11023600" cy="17526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837267"/>
                <a:gridCol w="4133850"/>
                <a:gridCol w="5052483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문서 번호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문서명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이럴 때 봅니다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IT-HW-002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업무 장비 교체·수리 신청 가이드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 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IT-NET-002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사내 네트워크 장애 대응 가이드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 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IT-SW-003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업무용 SW 실행·오류 대응 가이드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 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IT-SYS-005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메신저·화상회의·협업 도구 가이드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 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IT-STD-001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 서비스 운영 기준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 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84200" y="3347085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용어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84200" y="3671570"/>
          <a:ext cx="11023600" cy="14605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344099"/>
                <a:gridCol w="8679501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용어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설명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디스크 정리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임시 파일 등을 지워 저장 공간을 늘리는 Windows 기능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안전 모드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최소한의 드라이버로 PC를 켜는 점검용 모드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복구 키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디스크 암호화가 복구 모드로 바뀌었을 때 입력하는 긴 숫자 키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도킹스테이션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노트북에 모니터·랜선·USB 장치를 한 번에 연결하는 장치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IT-HW-001 · 사내 일반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43 / 44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개정 이력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부록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84200" y="1168400"/>
          <a:ext cx="11023600" cy="8763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002145"/>
                <a:gridCol w="1403004"/>
                <a:gridCol w="1603433"/>
                <a:gridCol w="7015018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버전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개정일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작성자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변경 내용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v1.0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2026-03-01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엔드포인트지원팀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최초 작성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v2.0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2026-10-16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엔드포인트지원팀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7개 분류 통합 정리본. 문서 양식·열람 등급·용어·연락처를 통일하고 분류 사이의 중복 내용을 한 문서로 정리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IT-HW-001 · 사내 일반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44 / 44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IT-HW-001 업무 PC 기본 장애 대응 가이드</dc:title>
  <dc:subject>사내 일반 · 전 임직원</dc:subject>
  <dc:creator>엔드포인트지원팀</dc:creator>
  <cp:keywords>PC가 너무 느려요, 컴퓨터 속도 저하, 노트북 버벅임, C드라이브가 꽉 찼어요, 디스크 정리, 시작 프로그램, 작업 관리자, 메모리 부족, 엑셀 몇 개만 켜도 멈춤, SSD, MATLAB, 부팅이 안 됩니다, 노트북이 안 켜져요, 전원 버튼 반응 없음, 블루스크린, 파란 화면, 재부팅 반복, 복구 키를 입력하세요, 로그인 화면에서 멈춤, 모니터 인식이 안 돼요, 도킹스테이션 연결 오류, 듀얼 모니터, 모니터 깜빡임, 화면 왜곡, 무선 마우스 </cp:keywords>
  <dc:description>generated using python-pptx</dc:description>
  <cp:lastModifiedBy>엔드포인트지원팀</cp:lastModifiedBy>
  <cp:revision>1</cp:revision>
  <dcterms:created xsi:type="dcterms:W3CDTF">2013-01-27T09:14:16Z</dcterms:created>
  <dcterms:modified xsi:type="dcterms:W3CDTF">2013-01-27T09:15:58Z</dcterms:modified>
  <cp:category>사내 일반</cp:category>
</cp:coreProperties>
</file>