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IT-HW-003  프린터·복합기 이용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프린터·복합기 이용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IT-HW-003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 HW·업무 PC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 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IT-HW-003-M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HW-07, HW-08, HW-09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프린터 인쇄가 안 돼요, 인쇄 대기열에서 안 넘어가요, 복합기 인쇄 불가, 프린터 목록에 안 보입니다, 오류 E-xx, 프린터 설치, 층별 프린터, 소프트웨어 센터 프린터 설치, 스캔, 메일로 스캔, scan to email, 스캔한 파일이 메일로 안 와요, 스캔 폴더 저장 불가, 경로를 찾을 수 없음, 토너, 토너 교체 요청, 용지 걸림, 급지 롤러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공용 복합기로 인쇄·스캔이 안 될 때 직접 조치하는 방법, PC에 복합기를 설치하는 방법, 토너·용지 걸림 점검을 요청하는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본사·연구동의 층별 공용 복합기와 회사 지급 PC에 해당한다. 개인 프린터는 대상이 아니다.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화면에 오류 표시가 있는지 먼저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위치(건물·층)를 확인해 둔다.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토너는 층별 비품함에 비치되어 있다.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층 복합기가 동시에 안 되면 IT 헬프데스크(내선 1000)로 전화한다.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인쇄를 보냈는데 대기열에만 있고 출력되지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복합기가 프린터 목록에 보이지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복합기 화면에 '오류 E-xx'가 뜨고 아무도 인쇄할 수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'메일로 스캔'한 파일이 메일로 오지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후 공유폴더에 저장하면 '경로를 찾을 수 없음'이 나옴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소프트웨어 센터에서 층별 복합기 설치하기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토너 교체·용지 걸림 반복 시 복합기 점검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인쇄를 보냈는데 대기열에만 있고 출력되지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복합기로 인쇄를 보냈는데 대기열에만 있고 나오지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인쇄 관리 서비스(스풀러)가 멈춤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인쇄를 보냈는데 대기열에만 있고 출력되지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화면에 오류가 있는지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[설정] &gt; [프린터 및 스캐너]에서 해당 복합기의 인쇄 대기열을 열어 문서를 모두 취소합니다.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PC를 재부팅한 뒤 다시 인쇄합니다.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2918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[스크린샷 첨부 위치]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인쇄 대기열 창. [프린터] &gt; [모든 문서 취소] 위치를 표시한다.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3108960" cy="76069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715000" y="1143000"/>
            <a:ext cx="2834640" cy="57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보낸 문서가 출력되면 해결된 것이다.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77840" y="1903698"/>
            <a:ext cx="3108960" cy="14747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5000" y="1995138"/>
            <a:ext cx="2834640" cy="129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재부팅 후에도 대기열에서 넘어가지 않으면 헬프데스크에 문의한다. 담당자가 원격으로 인쇄 서비스를 다시 시작한다.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화면에 오류 코드가 있으면 3.3을 본다.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층에서 동시에 인쇄가 안 되면 IT 헬프데스크 내선 1000으로 바로 전화한다.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469903"/>
            <a:ext cx="3108960" cy="11478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715000" y="3561343"/>
            <a:ext cx="2834640" cy="96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복합기 위치 (건물·층), 인쇄한 시각, 복합기 화면 표시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FAQ-019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복합기가 프린터 목록에 보이지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복합기가 PC의 프린터 목록에 보이지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전에 쓰던 복합기로 인쇄가 되지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복합기의 네트워크 주소(IP)가 바뀌어 PC에 등록된 연결이 끊김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복합기가 프린터 목록에 보이지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[설정] &gt; [프린터 및 스캐너]에서 해당 복합기를 제거합니다.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3.6에 따라 소프트웨어 센터에서 층별 복합기를 다시 설치합니다.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페이지를 인쇄합니다.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프린터 목록에 복합기가 보이고 인쇄되면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설치해도 목록에 없으면 헬프데스크에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복합기 위치, 이미 해 본 조치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FAQ-019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복합기 화면에 '오류 E-xx'가 뜨고 아무도 인쇄할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화면에 '오류 E-xx'가 뜨고 아무도 인쇄할 수 없다.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"오류 E-xx" (xx는 오류 번호)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하드웨어 오류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복합기 화면에 '오류 E-xx'가 뜨고 아무도 인쇄할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화면의 오류 코드를 적어 둡니다.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전원을 껐다가 1분 뒤 다시 켭니다.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오류가 나면 복합기 위치와 오류 코드를 적어 헬프데스크에 신고합니다. 담당자가 유지보수 업체 출동을 요청합니다.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복구될 때까지 가까운 층의 다른 복합기를 씁니다.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9090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1008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오류 표시가 사라지고 인쇄되면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333908"/>
            <a:ext cx="3108960" cy="95340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425348"/>
            <a:ext cx="2834640" cy="770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업체 수리 일정은 헬프데스크에서 알려 준다.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78753"/>
            <a:ext cx="3108960" cy="123896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70193"/>
            <a:ext cx="2834640" cy="1056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위치, 오류 코드, 발생 시각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FAQ-019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'메일로 스캔'한 파일이 메일로 오지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복합기에서 '메일로 스캔'을 했는데 메일이 오지 않는다.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복합기의 메일 발송 계정 문제. 사용자 조치로는 해결되지 않는다.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'메일로 스캔'한 파일이 메일로 오지 않음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메일함의 스팸(격리)함을 먼저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메일 주소를 정확히 입력했는지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오지 않으면 복합기 번호(위치)와 스캔한 시각을 적어 헬프데스크에 신고합니다. 담당자가 복합기 메일 발송 설정을 고칩니다.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56111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73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스캔한 파일이 메일로 오면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99111"/>
            <a:ext cx="3108960" cy="10369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90551"/>
            <a:ext cx="2834640" cy="85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문서는 공유폴더로 스캔하거나 다른 층 복합기를 쓴다.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327516"/>
            <a:ext cx="3108960" cy="1290203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418956"/>
            <a:ext cx="2834640" cy="1107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번호·위치, 스캔한 시각, 받는 메일 주소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FAQ-021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스캔 후 공유폴더에 저장하면 '경로를 찾을 수 없음'이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스캔한 뒤 공유폴더에 저장하면 '경로를 찾을 수 없음'이 나온다.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"경로를 찾을 수 없음"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공유폴더 경로가 바뀌었는데 복합기에 예전 경로가 등록되어 있음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3.5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스캔 후 공유폴더에 저장하면 '경로를 찾을 수 없음'이 나옴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저장하려는 공유폴더 경로가 바뀌었는지 팀에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위치와 새 경로를 적어 헬프데스크에 요청합니다. 담당자가 복합기 스캔 경로를 다시 설정합니다.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급하면 '메일로 스캔'을 씁니다.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파일이 공유폴더에 저장되면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 자체가 열리지 않으면 IT-SYS-006을 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위치, 공유폴더 경로, 화면 메시지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FAQ-021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준비와 확인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소프트웨어 센터에서 층별 복합기 설치하기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HW-07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FAQ-019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528995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34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사용합니다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옮겼거나 새 PC를 받아 근처 복합기를 써야 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복합기가 프린터 목록에 없다.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37755"/>
            <a:ext cx="4023360" cy="1579964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129195"/>
            <a:ext cx="3749040" cy="1397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것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지급 PC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사내망 연결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복합기의 위치 (건물·층)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328552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14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프린터 목록에 복합기가 보이고 테스트 페이지가 출력되면 완료된 것이다.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837312"/>
            <a:ext cx="4023360" cy="1780407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2928752"/>
            <a:ext cx="3749040" cy="159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될 때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후 인쇄가 안 되면 3.1을 본다.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층 복합기가 목록에 없으면 헬프데스크에 문의한다.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3.6 따라하기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소프트웨어 센터에서 층별 복합기 설치하기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8A949E"/>
            </a:solidFill>
            <a:prstDash val="dash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5120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[가상 화면 그림 위치]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3.6-1. </a:t>
            </a:r>
            <a:pPr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센터 [프린터 설치] 화면. 건물·층 목록과 [설치] 버튼 위치를 표시한다.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760720" y="146304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76072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21792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 센터를 실행합니다.</a:t>
            </a:r>
            <a:endParaRPr lang="en-US" sz="1050" dirty="0"/>
          </a:p>
        </p:txBody>
      </p:sp>
      <p:sp>
        <p:nvSpPr>
          <p:cNvPr id="13" name="Shape 6"/>
          <p:cNvSpPr/>
          <p:nvPr/>
        </p:nvSpPr>
        <p:spPr>
          <a:xfrm>
            <a:off x="5760720" y="1883664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4" name="Text 7"/>
          <p:cNvSpPr txBox="1"/>
          <p:nvPr/>
        </p:nvSpPr>
        <p:spPr>
          <a:xfrm>
            <a:off x="576072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8"/>
          <p:cNvSpPr txBox="1"/>
          <p:nvPr/>
        </p:nvSpPr>
        <p:spPr>
          <a:xfrm>
            <a:off x="6217920" y="1901952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[프린터 설치]에서 건물·층에 맞는 복합기를 선택합니다.</a:t>
            </a:r>
            <a:endParaRPr lang="en-US" sz="1050" dirty="0"/>
          </a:p>
        </p:txBody>
      </p:sp>
      <p:sp>
        <p:nvSpPr>
          <p:cNvPr id="16" name="Shape 6"/>
          <p:cNvSpPr/>
          <p:nvPr/>
        </p:nvSpPr>
        <p:spPr>
          <a:xfrm>
            <a:off x="5760720" y="232410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7" name="Text 7"/>
          <p:cNvSpPr txBox="1"/>
          <p:nvPr/>
        </p:nvSpPr>
        <p:spPr>
          <a:xfrm>
            <a:off x="5760720" y="23241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8"/>
          <p:cNvSpPr txBox="1"/>
          <p:nvPr/>
        </p:nvSpPr>
        <p:spPr>
          <a:xfrm>
            <a:off x="6217920" y="2342388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[설치]를 누르고, 끝나면 테스트 페이지를 인쇄합니다.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신청 전 준비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토너 교체·용지 걸림 반복 시 복합기 점검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HW-08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2011304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828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신청합니다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토너가 떨어졌는데 층별 비품함에 토너가 없거나 교체가 어렵다.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복합기에 걸린 용지를 빼도 계속 걸림 표시가 난다.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520064"/>
            <a:ext cx="4023360" cy="1097655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611504"/>
            <a:ext cx="3749040" cy="91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대상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복합기를 쓰는 임직원 누구나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300636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117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 (건물·층)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토너 색상 또는 걸림 증상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809396"/>
            <a:ext cx="4023360" cy="1808323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2900836"/>
            <a:ext cx="3749040" cy="162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번호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위치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내용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FAQ-020</a:t>
            </a:r>
            <a:endParaRPr lang="en-US" sz="10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3.7 신청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토너 교체·용지 걸림 반복 시 복합기 점검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비품함에 토너가 있으면 복합기 화면 안내에 따라 직접 교체합니다.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비품함에 없거나 용지 걸림이 반복되면 그룹웨어 &gt; IT 요청 &gt; 복합기 요청에 위치와 증상을 적어 제출합니다. 급하면 IT 헬프데스크(내선 1000)로 전화합니다.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롤러를 교체하기 전까지는 다른 용지함(트레이)을 씁니다.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87684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04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없음 (접수 후 서비스데스크 처리)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130684"/>
            <a:ext cx="3108960" cy="1418969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222124"/>
            <a:ext cx="2834640" cy="1236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기간과 결과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 안에 토너를 교체하거나 급지 롤러 교체를 요청한다. 롤러 교체 일정은 헬프데스크에서 알려 준다.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641093"/>
            <a:ext cx="3108960" cy="976626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732533"/>
            <a:ext cx="2834640" cy="79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반려되는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프린터 소모품은 대상이 아니다.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프린터 인쇄가 안 돼요. (FAQ-019)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복합기 화면에 오류가 있는지 확인하고, PC에서 인쇄 대기열을 비운 뒤 다시 인쇄하세요. 복합기가 목록에 없으면 소프트웨어 센터 &gt; 프린터 설치에서 층별 복합기를 추가하세요.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 txBox="1"/>
          <p:nvPr/>
        </p:nvSpPr>
        <p:spPr>
          <a:xfrm>
            <a:off x="480060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토너가 떨어졌거나 용지가 걸렸어요. (FAQ-020)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토너는 층별 비품함에 비치되어 있습니다. 용지 걸림은 복합기 화면 안내에 따라 제거하고, 반복되면 서비스데스크에 신고하세요.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 (계속)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스캔한 파일이 메일로 오지 않아요. (FAQ-021)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스팸함을 먼저 확인하세요. 계속 오지 않으면 복합기 번호와 시각을 적어 신고해 주세요.</a:t>
            </a:r>
            <a:endParaRPr lang="en-US" sz="12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기밀 문서는 출력 즉시 가져간다.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걸린 용지를 뺄 때는 복합기 화면 안내를 따르고 안쪽 부품을 억지로 당기지 않는다.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난 복합기를 여러 번 껐다 켜지 않는다.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IT-SW-001 업무용 SW 설치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IT-SYS-004 메일 이용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IT-SYS-006 공유 드라이브·파일 복구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인쇄 대기열(스풀러)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인쇄할 문서를 순서대로 모아 두는 PC의 인쇄 관리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메일로 스캔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스캔한 파일을 메일로 바로 보내는 복합기 기능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급지 롤러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용지함에서 종이를 끌어오는 복합기 부품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IT-HW-003 프린터·복합기 이용 가이드</dc:title>
  <dc:subject>PptxGenJS Presentation</dc:subject>
  <dc:creator>서비스데스크</dc:creator>
  <cp:lastModifiedBy>서비스데스크</cp:lastModifiedBy>
  <cp:revision>1</cp:revision>
  <dcterms:created xsi:type="dcterms:W3CDTF">2026-10-08T16:02:03Z</dcterms:created>
  <dcterms:modified xsi:type="dcterms:W3CDTF">2026-10-08T16:02:03Z</dcterms:modified>
</cp:coreProperties>
</file>