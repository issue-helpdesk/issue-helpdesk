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2.xml"/><Relationship Id="rId49" Type="http://schemas.openxmlformats.org/officeDocument/2006/relationships/slide" Target="slides/slide33.xml"/><Relationship Id="rId5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IT-HW-001-M  업무 PC 기본 장애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PC 기본 장애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HW-01, HW-02, HW-03, HW-06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FAQ-015, FAQ-016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속도 저하(HW-01), 부팅 불가·블루스크린(HW-02), 모니터·도킹(HW-03), OS 업데이트 문제(HW-06) 문의를 접수·판단·처리·이관하는 내부 절차를 정한다. 사용자 안내는 IT-HW-001을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디스크 정리·시작 프로그램·모니터 감지·케이블 안내, 모호한 증상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엔드포인트지원팀(L2): 메모리 증설·SSD 교체, 부팅 장애 처리(어댑터, 드라이버 롤백, 복구 키, 시스템 파일 복구), 도킹 펌웨어·모니터 교체, OS 업데이트 복구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PC·네트워크 1차 점검 영역 (HW-01, HW-03)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 L2 · PC 장애·OS 영역 (HW-01, HW-02, HW-06)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 L2 · 주변기기·자산 영역 (HW-03)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원격 지원 도구, 단말 관리 콘솔(디스크 암호화 복구 키 조회), 자산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C드라이브 공간 부족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부팅·프로그램 실행 느림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부족·저장 장치 노후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전원 반응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블루스크린 재부팅 반복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복구 키 입력 화면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로그인 후 화면 멈춤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도킹 연결 시 외부 모니터 무화면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듀얼 모니터 한 대 미인식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모니터 깜빡임·화면 왜곡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 (계속)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무선 마우스 끊김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 업데이트 재시작 중 멈춤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후 소리 안 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부팅 불가·블루스크린(HW-02)은 개인 업무를 전혀 할 수 없으므로 기본 P2로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마감·고객 미팅 등 당일 업무 차질을 말하면 HW-01·HW-03이라도 P2로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증상을 구체적으로 말하지 않으면 느림·부팅·화면·소리 중 무엇인지 추가로 질문한 뒤 분류한다.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 뒤 여러 명에게 같은 증상이 나오면 대표 티켓으로 묶고 해당 배포를 멈춘다.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여유 공간은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정리를 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정리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로그가 쌓여 있으면 티켓으로 엔드포인트지원팀에 배정해 로그 정리와 보관 기간을 설정한다.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C드라이브에서 큰 폴더를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로그와 임시 파일을 정리하고 로그 보관 기간을 설정한다.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여유 공간이 10% 이상인지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"보안 프로그램 로그와 임시 파일을 정리해 저장 공간을 확보했습니다."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 보관 주기 설정 표준화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사용량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폴더 목록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해 본 조치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관리자의 CPU·메모리·디스크 사용률은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느려졌나요?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프로그램 정리와 디스크 정리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사용률이 계속 100%면 티켓으로 엔드포인트지원팀에 원격 점검을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시작 프로그램과 디스크 사용률을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불필요한 시작 프로그램을 정리하고 디스크 정리를 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 속도를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"시작 프로그램을 정리하고 디스크 정리를 했습니다. 재부팅 후 속도를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 보관 주기 설정 표준화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 사용률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정리한 시작 프로그램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전후 속도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작업을 할 때 멈추나요?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사용률은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모델과 지급 시기는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사용률이 늘 높으면 메모리 증설 요청으로 티켓을 만든다. 그동안 백그라운드 앱 정리를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정리 후에도 읽기·쓰기가 느리면 SSD 점검을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메모리·디스크 상태를 점검한다.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증설 또는 SSD 교체 일정을 잡는다.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교체 후 같은 작업으로 성능을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"메모리 증설(또는 저장 장치 교체)을 마쳤습니다. 같은 작업으로 속도를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 보관 주기 설정 표준화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모델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메모리·디스크 점검 결과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느려지는 작업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 표시등이 켜지나요?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콘센트에서도 같은가요?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업무를 전혀 할 수 없으므로 P2 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어댑터 교체 후에도 안 켜지면 HW-04 수리로 전환한다.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어댑터와 배터리 상태를 점검한다.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어댑터를 교체한다.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부팅을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"전원 어댑터를 교체해 정상 부팅을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12017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 단계적 배포(파일럿 그룹 선적용)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화면의 오류 문구는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설치·업데이트한 것이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드라이버 업데이트 뒤 여러 명에게 생기면 대표 티켓으로 묶는다.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모드로 진입한다.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그래픽 드라이버를 이전 버전으로 되돌린다.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부팅을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"그래픽 드라이버를 이전 버전으로 되돌려 정상 부팅을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12017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 단계적 배포(파일럿 그룹 선적용)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화면의 복구 키 ID는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노트북 업데이트가 있었나요?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확인 후 복구 키를 전달하는 P2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확인이 되지 않으면 복구 키를 알려 주지 않는다.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확인을 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 관리 콘솔에서 복구 키 ID로 복구 키를 조회한다.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키를 전달하고 로그인까지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"복구 키를 입력해 로그인 화면이 정상으로 나오는 것을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12017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 단계적 배포(파일럿 그룹 선적용)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OS 업데이트가 있었나요?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티켓으로 엔드포인트지원팀에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모드로 진입한다.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파일을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복구가 안 되면 데이터 백업 후 OS 재설치를 진행한다.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"시스템 파일을 복구해 정상 로그인을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설정에서 [감지]를 눌러 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전원을 껐다 켜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감지·재연결 또는 도킹 펌웨어 업데이트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안내로 해결되지 않으면 티켓으로 엔드포인트지원팀에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 버전을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펌웨어 업데이트를 안내하거나 원격으로 진행한다.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모니터 출력을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"도킹스테이션 펌웨어를 업데이트했습니다. 노트북을 다시 연결해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모델·펌웨어 버전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모델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해 본 조치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다시 꽂아 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케이블로 바꿔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교체로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바꿔도 안 되면 3.10 기준으로 모니터를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재연결과 [감지]를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케이블을 교체 지급한다.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"디스플레이 케이블을 교체했습니다. 두 모니터가 모두 인식되는지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 없이 직접 연결해도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사진이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연결에서는 정상이면 도킹 펌웨어 문제로 보고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연결에서도 같으면 모니터 패널 불량으로 보고 교체한다.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펌웨어를 업데이트한다.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패널 불량이면 모니터를 교체한다.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상태를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"도킹스테이션 펌웨어를 업데이트(또는 모니터를 교체)했습니다."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 수신기를 어디에 꽂았나요?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배터리는 충분한가요?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수신기를 노트북 본체 포트로 옮기는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끊기면 HW-05 비품 교체로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수신기 위치 변경을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중 끊김 여부를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"마우스 수신기를 노트북 본체 USB 포트로 옮겨 주세요. 계속 끊기면 교체해 드립니다."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오래 멈춰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여유 공간은 얼마였나요?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공간 부족이 의심되면 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업데이트에서 여러 명이 멈추면 대표 티켓으로 묶는다.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또는 방문으로 디스크 공간을 확보한다.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업데이트를 다시 진행한다.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완료와 로그인을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"디스크 공간을 확보한 뒤 업데이트를 다시 진행해 정상 완료했습니다."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장치는 맞게 선택되어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업데이트했나요?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장치 확인으로 해결되지 않으면 티켓으로 오디오 드라이버를 다시 설치한다.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오디오 드라이버를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드라이버를 다시 설치한다.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출력을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"오디오 드라이버를 다시 설치했습니다. 소리가 나는지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OS·드라이버 업데이트 뒤 여러 부서에서 부팅 장애나 같은 오류가 동시에 접수되면 대형 장애로 판단하고 해당 업데이트 배포를 멈춘다.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원인과 재발 방지(드라이버 업데이트 단계적 배포, 파일럿 그룹 선적용)를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1030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IT-HW-001-M 업무 PC 기본 장애 처리 매뉴얼</dc:title>
  <dc:subject>PptxGenJS Presentation</dc:subject>
  <dc:creator>엔드포인트지원팀</dc:creator>
  <cp:lastModifiedBy>엔드포인트지원팀</cp:lastModifiedBy>
  <cp:revision>1</cp:revision>
  <dcterms:created xsi:type="dcterms:W3CDTF">2026-10-08T13:47:03Z</dcterms:created>
  <dcterms:modified xsi:type="dcterms:W3CDTF">2026-10-08T13:47:03Z</dcterms:modified>
</cp:coreProperties>
</file>