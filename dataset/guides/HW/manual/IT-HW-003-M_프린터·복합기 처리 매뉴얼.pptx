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96" r:id="rId25"/>
    <p:sldId id="303" r:id="rId18"/>
    <p:sldId id="282" r:id="rId3"/>
    <p:sldId id="283" r:id="rId2"/>
    <p:sldId id="297" r:id="rId24"/>
    <p:sldId id="304" r:id="rId17"/>
    <p:sldId id="284" r:id="rId26"/>
    <p:sldId id="285" r:id="rId27"/>
    <p:sldId id="298" r:id="rId23"/>
    <p:sldId id="305" r:id="rId16"/>
    <p:sldId id="286" r:id="rId28"/>
    <p:sldId id="287" r:id="rId29"/>
    <p:sldId id="299" r:id="rId22"/>
    <p:sldId id="306" r:id="rId38"/>
    <p:sldId id="288" r:id="rId30"/>
    <p:sldId id="289" r:id="rId31"/>
    <p:sldId id="300" r:id="rId21"/>
    <p:sldId id="307" r:id="rId39"/>
    <p:sldId id="290" r:id="rId32"/>
    <p:sldId id="291" r:id="rId33"/>
    <p:sldId id="301" r:id="rId20"/>
    <p:sldId id="308" r:id="rId40"/>
    <p:sldId id="292" r:id="rId34"/>
    <p:sldId id="293" r:id="rId35"/>
    <p:sldId id="302" r:id="rId19"/>
    <p:sldId id="309" r:id="rId41"/>
    <p:sldId id="294" r:id="rId36"/>
    <p:sldId id="295" r:id="rId37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9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1.xml"/><Relationship Id="rId17" Type="http://schemas.openxmlformats.org/officeDocument/2006/relationships/slide" Target="slides/slide30.xml"/><Relationship Id="rId18" Type="http://schemas.openxmlformats.org/officeDocument/2006/relationships/slide" Target="slides/slide29.xml"/><Relationship Id="rId19" Type="http://schemas.openxmlformats.org/officeDocument/2006/relationships/slide" Target="slides/slide26.xml"/><Relationship Id="rId20" Type="http://schemas.openxmlformats.org/officeDocument/2006/relationships/slide" Target="slides/slide23.xml"/><Relationship Id="rId21" Type="http://schemas.openxmlformats.org/officeDocument/2006/relationships/slide" Target="slides/slide20.xml"/><Relationship Id="rId22" Type="http://schemas.openxmlformats.org/officeDocument/2006/relationships/slide" Target="slides/slide17.xml"/><Relationship Id="rId23" Type="http://schemas.openxmlformats.org/officeDocument/2006/relationships/slide" Target="slides/slide14.xml"/><Relationship Id="rId24" Type="http://schemas.openxmlformats.org/officeDocument/2006/relationships/slide" Target="slides/slide11.xml"/><Relationship Id="rId25" Type="http://schemas.openxmlformats.org/officeDocument/2006/relationships/slide" Target="slides/slide8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IT-HW-003-M  프린터·복합기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프린터·복합기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HW-07, HW-08, HW-09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FAQ-019, FAQ-020, FAQ-021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불가(HW-07), 용지·토너(HW-08), 스캔(HW-09) 문의를 접수·처리하는 내부 절차를 정한다. 사용자 안내는 IT-HW-003을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인쇄 대기열·스풀러 재시작, 복합기 재등록, 메일 발송 계정 갱신, 스캔 경로 재설정, 토너 교체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(복합기 하드웨어 고장은 유지보수 업체에 출동 요청)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프린터·오피스 1차 영역 (HW-07, HW-08, HW-09)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프린트 서버 관리 화면, 복합기 관리 화면, 원격 지원 도구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인쇄 대기열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 목록 미표시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 오류 코드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메일로 스캔 미수신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공유폴더 경로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층별 복합기 설치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토너·용지 걸림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층에서 여러 명이 인쇄하지 못하면 복합기 장애로 보고 위치 단위로 묶어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당일 업무 차질을 말하면 P3를 P2로 올린다.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층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대기열을 비우고 재부팅해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대기열 비우기와 재부팅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티켓으로 원격 스풀러 재시작을 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인쇄 스풀러를 다시 시작하고 대기열을 초기화한다.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인쇄를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"인쇄 서비스를 다시 시작하고 대기열을 비웠습니다. 다시 인쇄해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고정 IP 할당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pic>
        <p:nvPicPr>
          <p:cNvPr id="5" name="Picture 4" descr="그림 3.1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복합기가 바뀌었나요?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IP 변경이면 새 주소로 재등록 안내로 즉시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현재 IP를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주소로 프린터를 재등록하도록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"복합기를 새 주소로 다시 등록했습니다. 테스트 페이지를 인쇄해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pic>
        <p:nvPicPr>
          <p:cNvPr id="5" name="Picture 4" descr="그림 3.2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코드는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전원을 껐다 켜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재시작 후에도 같은 오류면 티켓으로 유지보수 업체 출동을 요청한다.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오류 내역을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유지보수 업체에 출동을 요청한다.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후 인쇄를 확인하고 사용자에게 알린다.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수리를 마쳤습니다. 다시 인쇄할 수 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979828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고정 IP 할당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15994"/>
            <a:ext cx="3108960" cy="1201725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07434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유지보수 업체 출동 요청 시: 복합기 위치·모델·오류 코드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pic>
        <p:nvPicPr>
          <p:cNvPr id="5" name="Picture 4" descr="그림 3.3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스팸(격리)함을 확인했나요?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번호와 스캔 시각은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스팸함에 없으면 복합기 메일 발송 계정 문제로 보고 티켓으로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메일 발송 오류를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메일 발송(SMTP) 계정을 갱신한다.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스캔을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메일 발송 설정을 고쳤습니다. 다시 스캔해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pic>
        <p:nvPicPr>
          <p:cNvPr id="5" name="Picture 4" descr="그림 3.4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저장하려는 공유폴더 경로는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경로가 최근 바뀌었나요?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변경이면 티켓으로 복합기 스캔 경로를 다시 설정한다.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자체가 안 열리면 SYS-13으로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공유폴더 경로를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스캔 경로를 다시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스캔을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스캔 저장 경로를 새 공유폴더로 바꿨습니다."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pic>
        <p:nvPicPr>
          <p:cNvPr id="5" name="Picture 4" descr="그림 3.5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건물·층 복합기를 쓰려나요?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센터에서 찾았나요?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 [프린터 설치]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없는 복합기면 티켓으로 배포 대상에 추가한다.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인쇄를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"소프트웨어 센터에서 복합기를 설치하셨습니다. 테스트 페이지가 나오는지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pic>
        <p:nvPicPr>
          <p:cNvPr id="5" name="Picture 4" descr="그림 3.6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토너가 비품함에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용지 걸림이 반복되나요?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 토너 위치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비품함에 없거나 걸림이 반복되면 티켓으로 토너 교체·롤러 교체를 요청한다.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급지 롤러 마모면 롤러 교체를 요청하고 다른 트레이 사용을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423622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240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"토너를 교체했습니다(또는 롤러 교체를 요청했습니다). 롤러 교체 전까지는 다른 용지함을 써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566622"/>
            <a:ext cx="3108960" cy="979828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658062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pic>
        <p:nvPicPr>
          <p:cNvPr id="5" name="Picture 4" descr="그림 3.7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 복합기가 동시에 인쇄·스캔되지 않으면 프린트 서버 장애로 보고 대형 장애로 판단한다.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pic>
        <p:nvPicPr>
          <p:cNvPr id="5" name="Picture 4" descr="그림 3.1-2. 원격 지원 도구 화면 예시. 인쇄 스풀러를 다시 시작하고 대기열을 초기화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 화면 예시. 인쇄 스풀러를 다시 시작하고 대기열을 초기화하는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pic>
        <p:nvPicPr>
          <p:cNvPr id="5" name="Picture 4" descr="그림 3.2-2. 복합기 관리 화면 예시. 복합기의 현재 IP를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 예시. 복합기의 현재 IP를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pic>
        <p:nvPicPr>
          <p:cNvPr id="5" name="Picture 4" descr="그림 3.3-2. 복합기 관리 화면 예시. 오류 내역을 확인하고 업체 출동을 요청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 예시. 오류 내역을 확인하고 업체 출동을 요청하는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pic>
        <p:nvPicPr>
          <p:cNvPr id="5" name="Picture 4" descr="그림 3.4-2. 복합기 관리 화면 예시. 메일 발송 오류를 확인하고 발송 계정을 갱신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 예시. 메일 발송 오류를 확인하고 발송 계정을 갱신하는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pic>
        <p:nvPicPr>
          <p:cNvPr id="5" name="Picture 4" descr="그림 3.5-2. 복합기 관리 화면 예시. 스캔 저장 경로를 다시 설정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 예시. 스캔 저장 경로를 다시 설정하는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pic>
        <p:nvPicPr>
          <p:cNvPr id="5" name="Picture 4" descr="그림 3.6-2. 소프트웨어 센터 [프린터 설치] 화면 예시. 사용자에게 안내할 설치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 [프린터 설치] 화면 예시. 사용자에게 안내할 설치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pic>
        <p:nvPicPr>
          <p:cNvPr id="5" name="Picture 4" descr="그림 3.7-2. 복합기 관리 화면 예시. 소모품 상태를 확인하고 롤러 교체를 요청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 예시. 소모품 상태를 확인하고 롤러 교체를 요청하는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IT-HW-003-M 프린터·복합기 처리 매뉴얼</dc:title>
  <dc:subject>PptxGenJS Presentation</dc:subject>
  <dc:creator>서비스데스크</dc:creator>
  <cp:lastModifiedBy>서비스데스크</cp:lastModifiedBy>
  <cp:revision>1</cp:revision>
  <dcterms:created xsi:type="dcterms:W3CDTF">2026-10-08T13:47:03Z</dcterms:created>
  <dcterms:modified xsi:type="dcterms:W3CDTF">2026-10-08T13:47:03Z</dcterms:modified>
</cp:coreProperties>
</file>