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IT 담당자 매뉴얼 · VPN·네트워크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 장애 신고·이관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IT-NET-003-M  |  네트워크팀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IT-NET-003-M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 VPN·네트워크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사용자가 동시에 VPN·사내망·인터넷을 쓰지 못하는 전사 장애(NET-03)를 접수 즉시 판단해 대표 티켓으로 묶고, 네트워크팀이 복구·공지·종료까지 같은 절차로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동시 다발 판단, 대표 티켓 생성과 개별 문의 연결, 장애 공지 게시, 사용자 응대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네트워크팀(L2): 원인 확인(VPN 게이트웨이, 회선, 네트워크 장비), 복구, 원인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담당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김태현 (VPN), 황진혁 (VPN), 성민경 (인터넷·백본), 함성진 (인터넷·백본)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관리 콘솔, 네트워크 모니터링 시스템, 장애 공지 게시판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69557"/>
                <a:gridCol w="1106538"/>
                <a:gridCol w="4087068"/>
                <a:gridCol w="1298928"/>
                <a:gridCol w="1423680"/>
                <a:gridCol w="1106538"/>
                <a:gridCol w="1231291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명이 동시에 VPN에 연결되지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NET-03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부서·층에서 동시에 사내망·인터넷 불가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24425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7670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7670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0062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0062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329615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36206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6206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NET-03은 기본 P1이며 낮추지 않는다. 혼자만 겪는 것으로 확인되면 NET-02(IT-NET-001-M) 또는 NET-01·NET-05(IT-NET-002-M)로 다시 분류한다.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38597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8597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 층·한 부서의 속도 저하만 있으면 NET-04(P2, IT-NET-002-M 3.7)로 분류한다.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40989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0989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공지 뒤 들어오는 같은 증상 문의는 새로 처리하지 않고 대표 티켓에 연결한다.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여러 명이 동시에 VPN에 연결되지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메시지가 '게이트웨이 응답 없음'인가요? 언제부터인가요?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팀이나 다른 재택 근무자도 안 되나요? 몇 명쯤인가요?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장소는 어디이며, VPN 없이 인터넷은 되나요?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처리로 끝내지 않는다. 평가셋 기준 여러 명이 동시에 안 되는 VPN 문의는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P1, 네트워크팀 이관이다.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서로 다른 부서에서 같은 증상이 연달아 접수되면 전사 장애로 보고 대표 티켓을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만든다.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혼자만 안 되는 것으로 확인되면 NET-02로 다시 분류한다 (IT-NET-001-M).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6573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65734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첫 접수 때 네트워크팀에 전화로 바로 알리고 대표 티켓(MI-YYYY-NN)을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만든다.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41038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41038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VPN 관리 콘솔에서 게이트웨이 상태와 인증서 유효 기간을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550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5504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원인을 조치한다. MI-2026-02는 게이트웨이 인증서 만료로, 인증서 갱신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후 서비스를 재기동했다 (INQ-2026-00098).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9969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99694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복구를 공지하고 연결된 개별 문의를 일괄 FIN 처리한다.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83656" y="3657346"/>
            <a:ext cx="5724144" cy="12306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IT-NET-003-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57346"/>
            <a:ext cx="5724144" cy="123069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83656" y="4938837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VPN 관리 콘솔에서 게이트웨이 상태와 인증서 유효 기간, 접속 실패 추이를 확인하는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여러 명이 동시에 VPN에 연결되지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VPN 접속 장애가 복구되었습니다. VPN에 다시 연결해 주세요. 복구 후에도 나만 연결되지 않으면 IT-NET-001을 참고해 헬프데스크에 문의해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게이트웨이 인증서 만료 자동 알림 및 갱신 절차 문서화 (문의이력)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첫 접수 시각, 접수 건수와 부서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메시지와 접속 장소 분포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연결한 개별 문의 번호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여러 부서·층에서 동시에 사내망·인터넷 불가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958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434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NET-03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094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1294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7143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93343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1223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97423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2880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49080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8728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8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328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68528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건물·층은 어디인가요? 유선과 무선이 모두 안 되나요?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부서·층도 같은 증상인가요?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인터넷과 사내 시스템이 모두 안 되나요?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처리로 끝내지 않는다. 여러 부서·층에서 업무가 멈췄으므로 IT-STD-001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기준 P1으로 네트워크팀에 이관한다.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 층의 속도 저하만 있으면 NET-04, 네트워크는 되고 특정 시스템만 안 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IT-SYS-003-M으로 분류한다.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사례가 없어 IT-STD-001 긴급도 기준과 3.1 처리 기준을 따른다.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4200" y="36573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365734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건물·층·부서를 모아 대표 티켓을 만들고 네트워크팀에 전화로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알린다.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41038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41038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네트워크팀이 네트워크 모니터링 시스템에서 해당 구간 장비와 회선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상태를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45504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45504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장비·회선을 복구하고 층별로 유선·무선 연결을 확인한다.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7895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7895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복구를 공지하고 개별 문의를 일괄 FIN 처리한 뒤 원인을 보고한다.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83656" y="3657346"/>
            <a:ext cx="5724144" cy="1602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IT-NET-003-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657346"/>
            <a:ext cx="5724144" cy="16027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883656" y="531090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네트워크 모니터링 시스템에서 장애 구간(장비·층)을 확인하는 화면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여러 부서·층에서 동시에 사내망·인터넷 불가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네트워크 장애가 복구되었습니다. 연결되지 않으면 랜선을 다시 꽂거나 Wi-Fi를 다시 연결해 보시고, 그래도 안 되면 IT-NET-002를 참고해 문의해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사례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원인 보고에서 정한 재발 방지 조치를 이 항목에 반영한다.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영향 범위(건물·층·부서)와 첫 접수 시각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유선·무선 구분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연결한 개별 문의 번호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증상이 서로 다른 부서에서 짧은 시간에 연달아 접수되면 대형 장애로 판단한다. 예: MI-2026-02(2026-04-22)는 08:40~09:15에 9개 부서에서 12건이 접수됐다.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공지 게시판과 #it-helpdesk 채널에 장애 공지를 올리고, 복구 전까지 30분마다 진행 상황을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대표 티켓에 연결된 개별 문의를 일괄 FIN 처리하고, 원인·조치·재발 방지를 정리해 보고한다. MI-2026-02는 첫 접수 후 2시간 50분 만에 모두 완료됐다 (P1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목표 4시간 내).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1040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IT-NET-003-M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IT-NET-003-M 네트워크 장애 신고·이관 처리 매뉴얼</dc:title>
  <dc:subject>사내 제한 · IT 운영 담당자·관리자</dc:subject>
  <dc:creator>네트워크팀</dc:creator>
  <cp:keywords/>
  <dc:description>generated using python-pptx</dc:description>
  <cp:lastModifiedBy>네트워크팀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