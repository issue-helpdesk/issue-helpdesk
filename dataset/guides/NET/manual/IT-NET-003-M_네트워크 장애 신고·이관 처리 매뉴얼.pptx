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10"/>
    <p:sldId id="276" r:id="rId9"/>
    <p:sldId id="277" r:id="rId8"/>
    <p:sldId id="278" r:id="rId7"/>
    <p:sldId id="279" r:id="rId6"/>
    <p:sldId id="280" r:id="rId5"/>
    <p:sldId id="281" r:id="rId4"/>
    <p:sldId id="282" r:id="rId3"/>
    <p:sldId id="283" r:id="rId2"/>
    <p:sldId id="284" r:id="rId26"/>
    <p:sldId id="285" r:id="rId27"/>
    <p:sldId id="286" r:id="rId28"/>
    <p:sldId id="287" r:id="rId29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2e72e204-ceb3-2f3e-4b85-99decc568caa}">
          <p14:sldIdLst>
            <p14:sldId id="256"/>
            <p14:sldId id="257"/>
            <p14:sldId id="258"/>
            <p14:sldId id="259"/>
            <p14:sldId id="260"/>
          </p14:sldIdLst>
        </p14:section>
        <p14:section name="3.1 처리 절차" id="{5a20b995-48f9-0b81-a66f-1df5e63d6d7f}">
          <p14:sldIdLst>
            <p14:sldId id="261"/>
            <p14:sldId id="262"/>
          </p14:sldIdLst>
        </p14:section>
        <p14:section name="대형 장애·기록" id="{5ed9c68d-a792-f7fd-e9a9-50676f546159}">
          <p14:sldIdLst>
            <p14:sldId id="263"/>
          </p14:sldIdLst>
        </p14:section>
        <p14:section name="부록" id="{a7b92703-cf53-a262-5474-15598c036e0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IT-NET-003-M  네트워크 장애 신고·이관 처리 매뉴얼  |  v1.0  |  IT 담당자 한정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 장애 신고·이관 처리 매뉴얼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매뉴얼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IT-NET-003-M   |   v1.0   |   시행일 2026-03-01   |   IT 담당자 한정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IT-NET-003-M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 VPN·네트워크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사용자 가이드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IT-NET-003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한정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열람 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서비스데스크, 네트워크팀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NET-03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FAQ-007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문서는 IT운영·보안 조직 내부 문서입니다. 사용자에게 문서 자체를 전달하지 않습니다.</a:t>
            </a:r>
            <a:endParaRPr lang="en-US" sz="11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사용자가 동시에 VPN·사내망·인터넷을 쓰지 못하는 전사 장애(NET-03)를 접수 즉시 판단해 대표 티켓으로 묶고, 네트워크팀이 복구·공지·종료까지 같은 절차로 처리한다.</a:t>
            </a:r>
            <a:endParaRPr lang="ko-KR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범위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서비스데스크(L1): 동시 다발 판단, 대표 티켓 생성과 개별 문의 연결, 장애 공지 게시, 사용자 응대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네트워크팀(L2): 원인 확인(VPN 게이트웨이, 회선, 네트워크 장비), 복구, 원인 보고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김태현 (VPN), 황진혁 (VPN), 성민경 (인터넷·백본), 함성진 (인터넷·백본)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VPN 관리 콘솔 (가상), 네트워크 모니터링 시스템 (가상), 장애 공지 게시판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가이드의 블록별 기본값이다. 긴급도 기준은 IT 서비스 운영 기준(IT-STD-001)을 따른다.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NET-03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명이 동시에 VPN에 연결되지 않음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NET-03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부서·층에서 동시에 사내망·인터넷 불가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 · 긴급도 조정 조건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서비스데스크(L1)가 안내만으로 끝낸 건. 티켓 없이 상담 기록만 남긴다.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담당자 조치가 필요한 건. 담당팀에 배정하고 상태를 RDY → WIP → FIN 으로 관리한다.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긴급도 조정 조건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NET-03은 기본 P1이며 낮추지 않는다. 혼자만 겪는 것으로 확인되면 NET-02(IT-NET-001-M) 또는 NET-01·NET-05(IT-NET-002-M)로 다시 분류한다.</a:t>
            </a:r>
            <a:endParaRPr lang="ko-KR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층·한 부서의 속도 저하만 있으면 NET-04(P2, IT-NET-002-M 3.7)로 분류한다.</a:t>
            </a:r>
            <a:endParaRPr lang="ko-KR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 뒤 들어오는 같은 증상 문의는 새로 처리하지 않고 대표 티켓에 연결한다.</a:t>
            </a:r>
            <a:endParaRPr lang="ko-KR" sz="115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여러 명이 동시에 VPN에 연결되지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NET-03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메시지가 '게이트웨이 응답 없음'인가요? 언제부터인가요?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팀이나 다른 재택 근무자도 안 되나요? 몇 명쯤인가요?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장소는 어디이며, VPN 없이 인터넷은 되나요?</a:t>
            </a:r>
            <a:endParaRPr lang="ko-KR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처리로 끝내지 않는다. 평가셋 기준 여러 명이 동시에 안 되는 VPN 문의는 P1, 네트워크팀 이관이다.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부서에서 같은 증상이 연달아 접수되면 전사 장애로 보고 대표 티켓을 만든다.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혼자만 안 되는 것으로 확인되면 NET-02로 다시 분류한다 (IT-NET-001-M).</a:t>
            </a:r>
            <a:endParaRPr lang="ko-KR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여러 명이 동시에 VPN에 연결되지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ko-KR" sz="13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접수 때 네트워크팀에 전화로 바로 알리고 대표 티켓(MI-YYYY-NN)을 만든다.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네트워크팀이 VPN 관리 콘솔 (가상)에서 게이트웨이 상태와 인증서 유효 기간을 확인한다.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원인을 조치한다. MI-2026-02는 게이트웨이 인증서 만료로, 인증서 갱신 후 서비스를 재기동했다 (INQ-2026-00098).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복구를 공지하고 연결된 개별 문의를 일괄 FIN 처리한다.</a:t>
            </a:r>
            <a:endParaRPr lang="ko-KR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VPN 접속 장애가 복구되었습니다. VPN에 다시 연결해 주세요. 복구 후에도 나만 연결되지 않으면 IT-NET-001을 참고해 헬프데스크에 문의해 주세요.</a:t>
            </a:r>
            <a:endParaRPr lang="ko-KR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68880"/>
            <a:ext cx="310896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603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게이트웨이 인증서 만료 자동 알림 및 갱신 절차 문서화 (문의이력)</a:t>
            </a:r>
            <a:endParaRPr lang="ko-KR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61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57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접수 시각, 접수 건수와 부서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메시지와 접속 장소 분포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연결한 개별 문의 번호</a:t>
            </a:r>
            <a:endParaRPr lang="ko-KR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여러 명이 동시에 VPN에 연결되지 않음</a:t>
            </a:r>
            <a:endParaRPr lang="en-US" sz="20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pic>
        <p:nvPicPr>
          <p:cNvPr id="6" name="Picture 25" descr="M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1769364"/>
          </a:xfrm>
          <a:prstGeom prst="rect">
            <a:avLst/>
          </a:prstGeom>
        </p:spPr>
      </p:pic>
      <p:sp>
        <p:nvSpPr>
          <p:cNvPr id="7" name="TextBox 26"/>
          <p:cNvSpPr txBox="1"/>
          <p:nvPr/>
        </p:nvSpPr>
        <p:spPr>
          <a:xfrm>
            <a:off x="457200" y="2845204"/>
            <a:ext cx="8229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A5560"/>
                </a:solidFill>
                <a:latin typeface="맑은 고딕"/>
                <a:ea typeface="맑은 고딕"/>
              </a:rPr>
              <a:t>그림 3.1. </a:t>
            </a:r>
            <a:r>
              <a:rPr sz="1000" b="0">
                <a:solidFill>
                  <a:srgbClr val="6B7680"/>
                </a:solidFill>
                <a:latin typeface="맑은 고딕"/>
                <a:ea typeface="맑은 고딕"/>
              </a:rPr>
              <a:t>VPN 관리 콘솔 (가상)에서 게이트웨이 상태와 인증서 유효 기간, 접속 실패 추이를 확인하는 화면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여러 부서·층에서 동시에 사내망·인터넷 불가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NET-03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건물·층은 어디인가요? 유선과 무선이 모두 안 되나요?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부서·층도 같은 증상인가요?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인터넷과 사내 시스템이 모두 안 되나요?</a:t>
            </a:r>
            <a:endParaRPr lang="ko-KR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처리로 끝내지 않는다. 여러 부서·층에서 업무가 멈췄으므로 IT-STD-001 기준 P1으로 네트워크팀에 이관한다.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층의 속도 저하만 있으면 NET-04, 네트워크는 되고 특정 시스템만 안 되면 IT-SYS-003-M으로 분류한다.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문의이력에 사례가 없어 IT-STD-001 긴급도 기준과 3.1 처리 기준을 따른다.</a:t>
            </a:r>
            <a:endParaRPr lang="ko-KR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여러 부서·층에서 동시에 사내망·인터넷 불가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ko-KR" sz="13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영향 건물·층·부서를 모아 대표 티켓을 만들고 네트워크팀에 전화로 알린다.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네트워크팀이 네트워크 모니터링 시스템 (가상)에서 해당 구간 장비와 회선 상태를 확인한다.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장비·회선을 복구하고 층별로 유선·무선 연결을 확인한다.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복구를 공지하고 개별 문의를 일괄 FIN 처리한 뒤 원인을 보고한다.</a:t>
            </a:r>
            <a:endParaRPr lang="ko-KR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네트워크 장애가 복구되었습니다. 연결되지 않으면 랜선을 다시 꽂거나 Wi-Fi를 다시 연결해 보시고, 그래도 안 되면 IT-NET-002를 참고해 문의해 주세요.</a:t>
            </a:r>
            <a:endParaRPr lang="ko-KR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68880"/>
            <a:ext cx="310896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603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문의이력에 사례 없음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원인 보고에서 정한 재발 방지 조치를 이 항목에 반영한다.</a:t>
            </a:r>
            <a:endParaRPr lang="ko-KR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61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57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영향 범위(건물·층·부서)와 첫 접수 시각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유선·무선 구분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연결한 개별 문의 번호</a:t>
            </a:r>
            <a:endParaRPr lang="ko-KR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여러 부서·층에서 동시에 사내망·인터넷 불가</a:t>
            </a:r>
            <a:endParaRPr lang="en-US" sz="20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pic>
        <p:nvPicPr>
          <p:cNvPr id="6" name="Picture 25" descr="M3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2304288"/>
          </a:xfrm>
          <a:prstGeom prst="rect">
            <a:avLst/>
          </a:prstGeom>
        </p:spPr>
      </p:pic>
      <p:sp>
        <p:nvSpPr>
          <p:cNvPr id="7" name="TextBox 26"/>
          <p:cNvSpPr txBox="1"/>
          <p:nvPr/>
        </p:nvSpPr>
        <p:spPr>
          <a:xfrm>
            <a:off x="457200" y="3380128"/>
            <a:ext cx="8229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A5560"/>
                </a:solidFill>
                <a:latin typeface="맑은 고딕"/>
                <a:ea typeface="맑은 고딕"/>
              </a:rPr>
              <a:t>그림 3.2. </a:t>
            </a:r>
            <a:r>
              <a:rPr sz="1000" b="0">
                <a:solidFill>
                  <a:srgbClr val="6B7680"/>
                </a:solidFill>
                <a:latin typeface="맑은 고딕"/>
                <a:ea typeface="맑은 고딕"/>
              </a:rPr>
              <a:t>네트워크 모니터링 시스템 (가상)에서 장애 구간(장비·층)을 확인하는 화면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 · 5. 처리 기록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장애 대응 · 처리 기록 기준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</a:t>
            </a:r>
            <a:endParaRPr lang="ko-KR" sz="13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증상이 서로 다른 부서에서 짧은 시간에 연달아 접수되면 대형 장애로 판단한다. 예: MI-2026-02(2026-04-22)는 08:40~09:15에 9개 부서에서 12건이 접수됐다.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티켓(MI-YYYY-NN)을 만들고, 같은 증상의 개별 문의는 대표 티켓에 연결한다.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 공지 게시판 (가상)과 #it-helpdesk 채널에 장애 공지를 올리고, 복구 전까지 30분마다 (가상) 진행 상황을 갱신한다.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대표 티켓에 연결된 개별 문의를 일괄 FIN 처리하고, 원인·조치·재발 방지를 정리해 보고한다. MI-2026-02는 첫 접수 후 2시간 50분 만에 모두 완료됐다 (P1 목표 4시간 내).</a:t>
            </a:r>
            <a:endParaRPr lang="ko-KR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처리 기록 기준 (FIN 시 티켓에 기록)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확인된 원인 한 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조치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 한 조치 (즉시 처리면 [즉시 처리])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재발 방지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문의를 줄이기 위한 조치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안내에 쓴 FAQ 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가이드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가이드 반영 필요 여부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연락처 · 개정 이력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연락처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헬프데스크 내선 1000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1040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1060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1050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IT-NET-003-M  네트워크 장애 신고·이관 처리 매뉴얼</dc:title>
  <dc:subject>PptxGenJS Presentation</dc:subject>
  <dc:creator>네트워크팀</dc:creator>
  <cp:lastModifiedBy>PptxGenJS</cp:lastModifiedBy>
  <cp:revision>1</cp:revision>
  <dcterms:created xsi:type="dcterms:W3CDTF">2026-10-08T13:47:03Z</dcterms:created>
  <dcterms:modified xsi:type="dcterms:W3CDTF">2026-10-08T13:47:03Z</dcterms:modified>
</cp:coreProperties>
</file>