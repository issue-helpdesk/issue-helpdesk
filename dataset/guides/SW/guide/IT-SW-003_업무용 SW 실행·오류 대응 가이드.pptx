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임직원 IT 안내 · SW·라이선스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업무용 SW 실행·오류 대응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IT-SW-003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IT-SW-003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SW·라이선스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IT-SW-003-M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SW-03, SW-04, SW-05, SW-06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622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6223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 없음, 엑셀이 멈춰요, 안전 모드, 추가 기능, COM 추가 기능, 보호된 보기, 편집 사용, 차단 해제, 로그인 창 멈춤, 다음 버튼이 안 눌려요, 비밀번호 관리자,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입력, CSV 가져오기, certificate verify failed, SSL 오류, 사내 루트 인증서, REQUESTS_CA_BUNDLE, NODE_EXTRA_CA_CERTS, 메일 프로그램, 검색이 안 돼요,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프로필을 로드하는 중, Office 복구, 다시 설치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35p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37p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39p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설치한 업무용 프로그램이 멈추거나 오류가 날 때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순서대로 해 볼 기본 조치를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Office·로그인 창·비밀번호 관리자·개발도구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인증서·메일 프로그램의 증상별 조치를 안내합니다.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지급 PC를 쓰는 전 임직원이 대상입니다.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1815465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설치는 IT-SW-001, 라이선스는 IT-SW-002, 메일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 장애는 IT-SYS-004를 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Windows 10·11 / macOS 14 이상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Microsoft 365, 브라우저, 개발도구, 메일 프로그램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기본 조치 10단계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1단계부터 순서대로 하고, 해결되면 멈춥니다. 단계별 방법은 3.1에 있습니다.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4200" y="1789176"/>
          <a:ext cx="11023600" cy="32131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18633"/>
                <a:gridCol w="3215217"/>
                <a:gridCol w="688975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완전 종료·다시 실행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 닫기가 아니라 완전 종료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다시 시작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종료 후 켜기보다 확실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최신 버전인지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센터 [업데이트]를 먼저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캐시·임시 파일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오래된 임시 데이터 삭제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기능·확장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덧붙인 기능이 원인인지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⑦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 모드 실행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기능 없이 실행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⑧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 복구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손상된 파일 복구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다시 설치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센터 [다시 설치]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 여부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파일·PC에서도 같은지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증상별 바로가기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3505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484471"/>
                <a:gridCol w="2130612"/>
                <a:gridCol w="24085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겪고 있는 증상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프로그램이 멈추거나 바로 꺼진다 / "응답 없음"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 → 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 파일을 열 때마다 "응답 없음"이 뜬다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외부에서 받은 파일이 "보호된 보기"라 편집이 안 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PDF 편집기 등 프로그램 로그인 창이 멈춘다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관리자 자동 입력이 안 된다 / 비밀번호를 옮기고 싶다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pip·npm·git에서 "certificate verify failed"가 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프로그램이 느리거나 "프로필을 로드하는 중"에서 멈춘다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브라우저 화면이 깨진다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"라이선스가 만료되었습니다" / "제품 인증 필요"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 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프로그램이 파일을 격리했다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 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로그인 화면이 계속 반복된다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 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문의할 때 알려 주실 정보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 이름·버전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Excel (Microsoft 365), PyCharm 2026.2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메시지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문구 그대로 복사 또는 화면 캡처 (Windows + Shift + S / Shift + Command + 4)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운영체제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 11 / macOS 버전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발생 시점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오늘 오전 업데이트 이후부터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 본 조치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다시 시작, 안전 모드 실행 → 정상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 결과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파일·다른 PC에서도 같은지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4200" y="363918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74078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해 본 조치를 적으면 같은 안내를 반복하지 않고 다음 단계로 넘어갑니다. "팀 전체", "다른 직원도"처럼 영향 범위를 적으면 긴급도를 정확히 판단합니다 (IT-STD-001).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628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7400"/>
                <a:gridCol w="5511800"/>
                <a:gridCol w="1259840"/>
                <a:gridCol w="1889760"/>
                <a:gridCol w="1574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프로그램이 멈추거나 바로 꺼질 때 (기본 조치)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 파일을 열 때마다 '응답 없음'이 뜰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외부에서 받은 파일이 '보호된 보기'라 편집이 안 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 로그인 창이 멈출 때 (PDF 편집기 등)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관리자 자동 입력·비밀번호 옮기기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개발도구 SSL 인증서 오류 ('certificate verify failed')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프로그램이 느리거나 '프로필을 로드하는 중'에서 멈출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브라우저 화면이 깨질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프로그램이 멈추거나 바로 꺼질 때 (기본 조치)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프로그램이 "응답 없음"으로 멈춥니다.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프로그램을 열면 바로 꺼집니다.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276555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 &gt; 설정 &gt; 앱 &gt; 설치된 앱 &gt; Microsoft 365 옆 [⋯] &gt; [수정]을 엽니다.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0469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[빠른 복구]를 먼저 합니다 (인터넷 불필요, 몇 분).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24383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[온라인 복구]를 합니다 (인터넷 필요, 시간이 더 걸림).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작성한 문서는 남습니다.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69036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69036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관리자 권한을 요구하면 멈추고 소프트웨어 센터 [다시 설치](⑨)를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하거나 챗봇에 원격 복구를 요청합니다. macOS는 [다시 설치]를 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83656" y="2765552"/>
            <a:ext cx="5724144" cy="21976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sw003_office_re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765552"/>
            <a:ext cx="5724144" cy="219766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883656" y="5014014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Office 복구 방법 선택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프로그램이 멈추거나 바로 꺼질 때 (기본 조치)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86560" y="1168400"/>
            <a:ext cx="8818880" cy="352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w003_rein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168400"/>
            <a:ext cx="8818880" cy="35275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4746752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3.1-2. 소프트웨어 센터 [설치됨] 탭의 [다시 설치]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프로그램이 멈추거나 바로 꺼질 때 (기본 조치)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완전 종료·다시 시작 (①·②)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593167"/>
                <a:gridCol w="45931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macOS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완전 종료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Ctrl + Shift + Esc → [작업 관리자] &gt; [프로세스]에서 선택 → [작업 끝내기]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Option + Command + Esc → 프로그램 선택 → [강제 종료]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다시 시작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 &gt; 전원 &gt; [다시 시작]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Apple 메뉴 &gt; [재시동…]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24707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버전 확인·업데이트 (③·④)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79527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4593167"/>
                <a:gridCol w="36745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macOS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센터 설치 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[설치됨] / [업데이트] 탭 → [업데이트] (가장 먼저)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[파일] &gt; [계정] &gt; [업데이트 옵션] &gt; [지금 업데이트]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[도움말] &gt; [업데이트 확인]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Chrome · Edge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&gt; [Chrome 정보] · [Microsoft Edge 정보]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VS Code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[도움말] &gt; [업데이트 확인]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[Code] &gt; [업데이트 확인]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IntelliJ · PyCharm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[도움말] &gt; [업데이트 확인]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[PyCharm](또는 IntelliJ IDEA) &gt; [업데이트 확인]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84200" y="464947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1200" y="475107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프로그램이 스스로 업데이트하며 관리자 권한을 요구하면 멈춥니다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498754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센터의 [업데이트]를 씁니다.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프로그램이 멈추거나 바로 꺼질 때 (기본 조치)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캐시·임시 파일 정리 (⑤)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Edge · Chrome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Ctrl + Shift + Delete (macOS Chrome: Command + Shift + Delete) → [캐시된 이미지 및 파일] → 삭제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Safari (macOS)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[Safari] &gt; [설정] &gt; [개인정보 보호] &gt; [웹 사이트 데이터 관리] → 해당 사이트 [제거]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 임시 파일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&gt; 시스템 &gt; 저장소 &gt; [임시 파일] → 항목 확인 후 [파일 제거]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27628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추가 기능·확장 프로그램 확인 (⑥)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08737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해제 방법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[파일] &gt; [옵션] &gt; [추가 기능] &gt; 관리: COM 추가 기능 &gt; [이동] → 최근·낯선 추가 기능을 하나씩 해제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Chrome · Edge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주소창에 chrome://extensions 또는 edge://extensions → 의심 확장 끄기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VS Code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[확장] 아이콘 → 확장 선택 → [사용 안 함] / 전체 해제 확인: code --disable-extensions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IntelliJ · PyCharm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[설정] &gt; [플러그인] &gt; [설치됨] → 최근 플러그인 해제 → 다시 시작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프로그램이 멈추거나 바로 꺼질 때 (기본 조치)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안전 모드 실행 (⑦)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6583"/>
                <a:gridCol w="5971117"/>
                <a:gridCol w="27559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방법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 (Windows)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Ctrl을 누른 채 실행 → "안전 모드로 시작" [예] / 또는 Windows + R → excel /safe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정상이면 추가 기능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 (macOS)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방법이 다르므로 프로그램·파일 이름을 적어 챗봇에 문의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Chrome · Edge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시크릿·InPrivate 창 (Ctrl + Shift + N)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정상이면 확장·캐시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VS Code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터미널에서 code --disable-extensions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정상이면 확장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549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프로그램 복구 (⑧, Windows Office)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" y="337947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84200" y="337947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1200" y="350647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379006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79006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프로그램이 정상으로 열리면 끝난 것입니다.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9533" y="337947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09533" y="337947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36533" y="350647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6533" y="379006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3533" y="379006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파일·동료 PC에서도 같은지, 업데이트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이후부터인지, 안전 모드에서도 같은지 확인해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챗봇에 알립니다 (⑩).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6533" y="442328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3533" y="442328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사람이 같은 프로그램을 동시에 못 쓰면 IT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헬프데스크(내선 1000)에 알립니다.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867" y="337947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034867" y="337947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161867" y="350647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1867" y="379006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8867" y="379006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이름·버전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1867" y="402653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8867" y="402653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 본 단계와 결과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1867" y="426300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8867" y="426300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재현 결과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Office 파일을 열 때마다 '응답 없음'이 뜰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9669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7289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0230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7850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엑셀 파일을 열 때마다 "응답 없음"이 뜨고 강제로 닫힙니다.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큰 엑셀 파일로 분석하면 멈춥니다.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 기능(Add-in)이 새 버전 Office와 충돌하거나, 파일이 커서 계산이 늦어지는 경우입니다.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1~2분 기다립니다.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Ctrl을 누른 채 Excel을 실행해 안전 모드로 엽니다.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85826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안전 모드에서 정상이면 [파일] &gt; [옵션] &gt; [추가 기능] &gt; COM 추가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기능에서 문제 추가 기능의 체크를 풉니다.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3047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30479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일반 모드로 다시 실행해 확인합니다.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83656" y="3379978"/>
            <a:ext cx="5724144" cy="17908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sw003_excel_s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379978"/>
            <a:ext cx="5724144" cy="179083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5221617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Excel 응답 없음과 안전 모드 안내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Office 파일을 열 때마다 '응답 없음'이 뜰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6614160" cy="316534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w003_com_ad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168400"/>
            <a:ext cx="6614160" cy="31653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4384548"/>
            <a:ext cx="661416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3.2-2. COM 추가 기능 해제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1560" y="1168400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① 문제 추가 기능의 체크 해제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1560" y="1408557"/>
            <a:ext cx="4206240" cy="3787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② 경로: [파일] &gt; [옵션] &gt; [추가 기능] &gt; 관리: COM 추가 기능 &gt;</a:t>
            </a:r>
          </a:p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[이동]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1560" y="1838071"/>
            <a:ext cx="4206240" cy="1893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1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③ [확인]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4200" y="4717288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84200" y="4717288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1200" y="484428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512787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512787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파일이 정상으로 열리면 끝난 것입니다.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9533" y="4717288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09533" y="4717288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436533" y="484428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6533" y="512787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3533" y="512787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업무용 추가 기능이 원인이면 추가 기능 이름을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적어 챗봇에 알립니다.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6533" y="556272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3533" y="5562727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 기능을 꺼도 큰 파일에서 계속 멈추면 챗봇에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 담당자가 64비트 Office 재설치를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검토합니다.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4867" y="4717288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34867" y="4717288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61867" y="484428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512787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512787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크기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536435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536435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 기능 이름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1867" y="560082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8867" y="5600827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안전 모드 결과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외부에서 받은 파일이 '보호된 보기'라 편집이 안 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9669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7289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0230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7850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거래처에서 받은 엑셀 파일이 읽기 전용으로 열려 편집이 안 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첨부·인터넷 파일은 안전을 위해 보호된 보기(읽기 전용)로 열립니다.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2816352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14083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140837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보낸 사람과 출처를 확인한 뒤 [편집 사용]을 누릅니다.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매번 반복되면 파일을 오른쪽 클릭 &gt; [속성]을 엽니다.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"보안"의 [차단 해제]를 체크하고 [확인]을 누릅니다.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83656" y="3140837"/>
            <a:ext cx="5724144" cy="169630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sw003_protected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140837"/>
            <a:ext cx="5724144" cy="16963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883656" y="4887938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보호된 보기와 [편집 사용]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외부에서 받은 파일이 '보호된 보기'라 편집이 안 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86560" y="1168400"/>
            <a:ext cx="8818880" cy="486613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w003_un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168400"/>
            <a:ext cx="8818880" cy="48661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4200" y="6085332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3.3-2. 파일 속성의 [차단 해제]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외부에서 받은 파일이 '보호된 보기'라 편집이 안 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출처가 불분명한 파일은 편집을 허용하지 않습니다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의심되면 열지 말고 IT-SEC-001에 따라 신고합니다.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4200" y="1908048"/>
            <a:ext cx="3572933" cy="11708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84200" y="1908048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1200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편집이 되면 끝난 것입니다.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9533" y="1908048"/>
            <a:ext cx="3572933" cy="11708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09533" y="1908048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36533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6533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3533" y="2318639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[차단 해제] 항목이 없으면 회사 정책으로 차단된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파일입니다. 챗봇에 파일 이름과 받은 경로를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4867" y="1908048"/>
            <a:ext cx="3572933" cy="11708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34867" y="1908048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61867" y="2035048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1867" y="23186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8867" y="23186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파일 이름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1867" y="25551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8867" y="25551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받은 경로(메일·사이트)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프로그램 로그인 창이 멈출 때 (PDF 편집기 등)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PDF 편집기 로그인 창에서 [다음] 단추가 눌리지 않습니다.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화면이 하얗게 멈춥니다.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안의 로그인 창이 제대로 그려지지 않는 오류입니다.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프로그램을 완전히 종료합니다.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61911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설정의 캐시 삭제 메뉴로 앱 캐시를 지웁니다. 메뉴가 없으면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다음 단계로 갑니다.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406565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프로그램을 다시 실행해 로그인합니다.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3047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30479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화면에 [브라우저로 로그인]이 있으면 그 방법으로 로그인합니다.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54393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54393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같으면 소프트웨어 센터에서 [다시 설치]합니다.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83656" y="3379978"/>
            <a:ext cx="5724144" cy="19368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sw003_app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379978"/>
            <a:ext cx="5724144" cy="193689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883656" y="5367669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멈춘 로그인 창과 [브라우저로 로그인]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프로그램 로그인 창이 멈출 때 (PDF 편집기 등)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로그인되고 프로그램을 쓸 수 있으면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프로그램 이름과 화면 캡처를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챗봇에 보냅니다.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프로그램 이름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캡처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비밀번호 관리자 자동 입력·비밀번호 옮기기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9669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7289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0230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7850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특정 사이트에서만 비밀번호 관리자 자동 입력이 되지 않습니다.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브라우저에 저장한 비밀번호를 비밀번호 관리자로 옮기고 싶습니다.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84200" y="2441067"/>
          <a:ext cx="11023600" cy="1333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15217"/>
                <a:gridCol w="78083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특정 사이트에서만 자동 입력이 안 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사이트 로그인 화면 구조가 바뀐 경우입니다. 비밀번호 관리자에서 해당 항목의 사이트 주소(URL)를 다시 등록합니다.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브라우저 비밀번호를 옮기고 싶음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 브라우저 설정 &gt; 비밀번호 &gt; [비밀번호 내보내기](CSV 파일) ② 비밀번호 관리자 &gt; [가져오기]에서 CSV 선택 ③ CSV 파일을 바로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지우고 휴지통도 비움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관리자가 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소프트웨어 센터에서 설치합니다 (회사 일괄 구매, 신청 불필요).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584200" y="3876167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1200" y="39777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내보낸 CSV 파일에는 비밀번호가 그대로 적혀 있습니다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200" y="4214241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메일·메신저로 보내거나 보관하지 않고, 가져온 뒤 바로 지웁니다.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4200" y="4615815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84200" y="4615815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1200" y="474281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200" y="50264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" y="502640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자동 입력이 되거나 가져온 항목이 보이면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09533" y="4615815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4309533" y="4615815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436533" y="474281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6533" y="50264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3533" y="5026406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해결되지 않으면 사이트 주소와 증상을 챗봇에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 비밀번호 자체는 알리지 않습니다.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4867" y="4615815"/>
            <a:ext cx="3572933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034867" y="4615815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161867" y="4742815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61867" y="50264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8867" y="5026406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사이트 주소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61867" y="526288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8867" y="526288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종류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개발도구 SSL 인증서 오류 ('certificate verify failed')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5069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2689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5630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3250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사내망에서 pip·npm·git을 쓰면 SSL 인증서 오류가 납니다. 집에서는 됩니다.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2526411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보안 장비(보안 게이트웨이)가 인터넷 연결을 검사하면서 회사 인증서로 바꿔 전달합니다. 개발도구가 사내 루트 인증서를 모르면 "신뢰할 수 없는 연결"로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막습니다.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02374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34822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34822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소프트웨어 센터에서 사내 루트 인증서를 설치합니다 (이미 "설치됨"이면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건너뜀).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7947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79476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쓰는 도구의 인증서 경로를 아래 명령으로 등록합니다. 관리자 권한은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필요 없습니다.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2412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24129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터미널을 새로 열고 다시 시도합니다.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83656" y="3348228"/>
            <a:ext cx="5724144" cy="1410094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sw003_ssl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3348228"/>
            <a:ext cx="5724144" cy="141009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883656" y="4809122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터미널의 SSL 인증서 오류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개발도구 SSL 인증서 오류 ('certificate verify failed')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Windows (PowerShell)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1587500"/>
          </a:xfrm>
          <a:prstGeom prst="rect">
            <a:avLst/>
          </a:prstGeom>
          <a:solidFill>
            <a:srgbClr val="1D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2000" y="1619885"/>
            <a:ext cx="10668000" cy="1333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# Python (pip, requests)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setx REQUESTS_CA_BUNDLE "C:\ict\certs\ict-root.pem"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setx SSL_CERT_FILE "C:\ict\certs\ict-root.pem"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# Node.js (npm)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setx NODE_EXTRA_CA_CERTS "C:\ict\certs\ict-root.pem"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# git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git config --global http.sslCAInfo "C:/ict/certs/ict-root.pem"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31819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macOS (터미널)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3506470"/>
            <a:ext cx="11023600" cy="1206500"/>
          </a:xfrm>
          <a:prstGeom prst="rect">
            <a:avLst/>
          </a:prstGeom>
          <a:solidFill>
            <a:srgbClr val="1D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2000" y="3633470"/>
            <a:ext cx="10668000" cy="952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echo 'export REQUESTS_CA_BUNDLE=/Library/ict/certs/ict-root.pem' &gt;&gt; ~/.zshrc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echo 'export SSL_CERT_FILE=/Library/ict/certs/ict-root.pem' &gt;&gt; ~/.zshrc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echo 'export NODE_EXTRA_CA_CERTS=/Library/ict/certs/ict-root.pem' &gt;&gt; ~/.zshrc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git config --global http.sslCAInfo /Library/ict/certs/ict-root.pem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E3E8EF"/>
                </a:solidFill>
                <a:latin typeface="Consolas"/>
                <a:ea typeface="Consolas"/>
                <a:cs typeface="Consolas"/>
              </a:rPr>
              <a:t>source ~/.zshrc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4200" y="4814570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1200" y="4916170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경로는 사내 루트 인증서를 설치하면 생기는 위치입니다. 쓰는 도구의 명령만 실행하면 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4200" y="5317744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1200" y="541934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SSL 검증을 끄는 방법은 쓰지 않습니다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200" y="5655818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오류는 사라지지만 위조된 서버와도 연결되어 계정·소스코드가 새어 나갈 수 있습니다.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개발도구 SSL 인증서 오류 ('certificate verify failed')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5118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쓰지 않는 명령·설정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verify=False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Python requests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pip --trusted-host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pip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npm config set strict-ssl false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npm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git config http.sslVerify false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git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NODE_TLS_REJECT_UNAUTHORIZED=0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Node.js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4200" y="30226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30226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1200" y="31496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34331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4331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명령이 오류 없이 끝나면 해결된 것입니다.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9533" y="30226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309533" y="30226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36533" y="31496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6533" y="34331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3533" y="34331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후에도 같으면 실행한 명령과 오류 전문을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복사해 챗봇에 보냅니다 (엔드포인트지원팀).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4867" y="30226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34867" y="30226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161867" y="31496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1867" y="34331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8867" y="34331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실행한 명령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1867" y="36696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8867" y="36696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전문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1867" y="39061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8867" y="39061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운영체제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1867" y="41426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8867" y="41426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루트 인증서 설치 여부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메일 프로그램이 느리거나 '프로필을 로드하는 중'에서 멈출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3660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1280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1651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17851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PC에 설치한 메일 프로그램에서 검색이 되지 않고 매우 느립니다.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프로그램을 실행하면 "프로필을 로드하는 중"에서 넘어가지 않습니다.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PC에 저장된 메일 검색 색인(인덱스)이나 메일 프로필이 손상된 경우입니다. 메일 서버 문제가 아니라 PC 안의 메일 프로그램 문제입니다.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33799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799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프로그램을 완전히 종료하고 PC를 다시 시작합니다.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361911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61911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[메일](웹 메일)에서 메일이 정상인지 봅니다. 웹 메일은 되면 PC의 메일 프로그램 문제입니다.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000" y="385826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85826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급한 업무는 웹 메일로 계속합니다.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000" y="409740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09740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ITssue 챗봇에 증상을 알립니다. 담당자가 원격으로 검색 색인 재구축이나 메일 프로필 재생성을 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4200" y="4387342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1200" y="4488942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웹 메일에서도 메일이 오지 않거나 반송되면 메일 프로그램이 아니라 메일 서비스 문제입니다. IT-SYS-004를 봅니다.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메일 프로그램이 느리거나 '프로필을 로드하는 중'에서 멈출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프로그램에서 검색이 되고 정상 속도로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열리면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사람이 동시에 메일을 보내지도 받지도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못하면 IT-SYS-003 3.3을 따릅니다.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프로그램 이름·버전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웹 메일은 정상인지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 지원 가능한 시간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브라우저 화면이 깨질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5225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39985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15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177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654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2274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724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5344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229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849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시스템 화면의 글자나 버튼이 깨져 보입니다.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201926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252641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252641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강력 새로 고침을 합니다 (Windows Ctrl + F5 / macOS Chrome Command + Shift + R).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캐시를 지웁니다 (3.1 ⑤).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시크릿(InPrivate) 창에서 열어 봅니다. 정상이면 확장 프로그램을 하나씩 끕니다 (3.1 ⑥).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32438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32438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브라우저(Edge ↔ Chrome)로 열어 봅니다.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4200" y="353377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1200" y="363537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통합 로그인 화면이 계속 반복되거나 로딩만 돌면 IT-ACC-001 3.3을 따릅니다.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200" y="4036949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84200" y="4036949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1200" y="4163949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44475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44754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화면이 정상으로 보이면 끝난 것입니다.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09533" y="4036949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309533" y="4036949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436533" y="4163949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6533" y="44475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3533" y="4447540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브라우저에서는 정상이면 원래 브라우저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이름·버전을 적어 챗봇에 알립니다.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34867" y="4036949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034867" y="4036949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161867" y="4163949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1867" y="444754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8867" y="4447540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사이트 주소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1867" y="4684014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8867" y="4684014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이름·버전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61867" y="492048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8867" y="4920488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캡처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663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엑셀·문서 프로그램이 자꾸 멈춰요. (FAQ-024)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 모드(Ctrl 누른 채 실행)로 열리면 추가 기능 충돌입니다. 파일 &gt; 옵션 &gt; 추가 기능에서 비활성화하세요. 외부 파일이 편집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 되면 파일 속성에서 '차단 해제'를 체크하세요.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브라우저에 저장된 비밀번호를 비밀번호 관리자로 옮기고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싶어요. (FAQ-025)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브라우저 설정 &gt; 비밀번호 &gt; 내보내기로 CSV를 저장한 뒤, 비밀번호 관리자의 '가져오기' 메뉴에서 업로드하세요. 가져오기 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CSV 파일은 반드시 삭제하세요.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 도구에서 SSL 인증서 오류가 나요. (FAQ-026)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사내망에서는 보안 게이트웨이가 트래픽을 검사하므로 개발 도구가 사내 루트 인증서를 신뢰해야 합니다. 이 문서 3.6의 '사내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인증서 등록' 절차(언어·도구별)를 따라 주세요.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1034796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꼭 지켜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SSL 검증을 끄는 명령(verify=False 등)을 쓰지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오류를 없애려고 백신·보안 프로그램을 끄지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비밀번호가 담긴 CSV 파일을 메일·메신저로 보내거나 보관하지 않습니다.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30479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3047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출처가 불분명한 파일의 보호된 보기를 풀지 않습니다.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5439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439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관리자 권한을 요구하는 업데이트·복구는 멈추고 소프트웨어 센터나 원격 지원을 이용합니다.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업무용 SW 설치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프로그램을 설치·제거하거나 설치를 요청할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IT-SW-002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 라이선스 신청·인증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 프로그램 라이선스 신청·만료·인증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프로그램(백신·EDR) 알림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프로그램이 파일을 격리하거나 이상 알림이 뜰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예외 신청·정책 안내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생성형 AI 사용 기준, USB·파일 반출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창구, 긴급도와 처리 목표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이용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메일이 오지 않거나 반송될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SSO 로그인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로그인 화면이 반복될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9312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425577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 모드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기능 없이 프로그램을 여는 방법. 정상이면 추가 기능이 원인이다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기능(Add-in)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Office에 덧붙여 설치한 작은 프로그램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캐시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빠른 실행을 위해 저장해 둔 임시 데이터. 새 버전과 맞지 않으면 화면 깨짐·로그인 반복이 생긴다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루트 인증서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보안 장비를 거치는 연결을 개발도구가 믿도록 하는 인증서 파일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 색인(인덱스)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프로그램이 빠르게 검색하려고 PC에 만들어 두는 목록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IT-SW-003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39 /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IT-SW-003 업무용 SW 실행·오류 대응 가이드</dc:title>
  <dc:subject>사내 일반 · 전 임직원</dc:subject>
  <dc:creator>서비스데스크</dc:creator>
  <cp:keywords>응답 없음, 엑셀이 멈춰요, 안전 모드, 추가 기능, COM 추가 기능, 보호된 보기, 편집 사용, 차단 해제, 로그인 창 멈춤, 다음 버튼이 안 눌려요, 비밀번호 관리자, 자동 입력, CSV 가져오기, certificate verify failed, SSL 오류, 사내 루트 인증서, REQUESTS_CA_BUNDLE, NODE_EXTRA_CA_CERTS, 메일 프로그램, 검색이 안 돼요, 프로필을 로드하는 중, Office 복구, 다시 설치</cp:keywords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