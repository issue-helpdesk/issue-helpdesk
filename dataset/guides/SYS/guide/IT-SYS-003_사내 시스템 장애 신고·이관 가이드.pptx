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11"/>
    <p:sldId id="277" r:id="rId10"/>
    <p:sldId id="278" r:id="rId9"/>
    <p:sldId id="279" r:id="rId8"/>
    <p:sldId id="280" r:id="rId7"/>
    <p:sldId id="281" r:id="rId6"/>
    <p:sldId id="282" r:id="rId5"/>
    <p:sldId id="283" r:id="rId4"/>
    <p:sldId id="284" r:id="rId3"/>
    <p:sldId id="285" r:id="rId2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·개요" id="{d1c9fe69-f8fa-47c1-0b43-c16b46c1709f}">
          <p14:sldIdLst>
            <p14:sldId id="256"/>
            <p14:sldId id="257"/>
            <p14:sldId id="258"/>
            <p14:sldId id="259"/>
          </p14:sldIdLst>
        </p14:section>
        <p14:section name="3.1 증상" id="{43a5a403-6d74-43a9-58bd-7bc4a15afd61}">
          <p14:sldIdLst>
            <p14:sldId id="260"/>
            <p14:sldId id="261"/>
            <p14:sldId id="262"/>
          </p14:sldIdLst>
        </p14:section>
        <p14:section name="FAQ·문의처" id="{bbf332e7-66a9-14f5-fb28-3b7f1807f14c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0.xml"/><Relationship Id="rId3" Type="http://schemas.openxmlformats.org/officeDocument/2006/relationships/slide" Target="slides/slide19.xml"/><Relationship Id="rId4" Type="http://schemas.openxmlformats.org/officeDocument/2006/relationships/slide" Target="slides/slide18.xml"/><Relationship Id="rId5" Type="http://schemas.openxmlformats.org/officeDocument/2006/relationships/slide" Target="slides/slide17.xml"/><Relationship Id="rId6" Type="http://schemas.openxmlformats.org/officeDocument/2006/relationships/slide" Target="slides/slide16.xml"/><Relationship Id="rId7" Type="http://schemas.openxmlformats.org/officeDocument/2006/relationships/slide" Target="slides/slide15.xml"/><Relationship Id="rId8" Type="http://schemas.openxmlformats.org/officeDocument/2006/relationships/slide" Target="slides/slide14.xml"/><Relationship Id="rId9" Type="http://schemas.openxmlformats.org/officeDocument/2006/relationships/slide" Target="slides/slide13.xml"/><Relationship Id="rId10" Type="http://schemas.openxmlformats.org/officeDocument/2006/relationships/slide" Target="slides/slide12.xml"/><Relationship Id="rId11" Type="http://schemas.openxmlformats.org/officeDocument/2006/relationships/slide" Target="slides/slide1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IT-SYS-003  사내 시스템 장애 신고·이관 가이드  |  v1.0  |  사내 공개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시스템 장애 신고·이관 가이드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46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IT 가이드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IT-SYS-003   |   v1.0   |   시행일 2026-03-01   |   사내 공개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108960"/>
                <a:gridCol w="100584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번호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IT-SYS-003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 사내 시스템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유형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장애 대응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 임직원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 등급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사내 공개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 부서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시행일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승인자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담당자 매뉴얼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IT-SYS-003-M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포함 시나리오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SYS-03, SYS-05, SYS-09, SYS-16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키워드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ERP 접속 불가, 월말 ERP 먹통, ERP 엄청 느려요 (다른 분들도), 타임아웃, BI 플랫폼 전체 접속 불가, PMS 접속 불가 (팀 전체), 마케팅 툴 접속 불가, 캠페인 작업 멈춤, 메일 송수신 불가 (전사), 메일이 전부 안 돼요, 파일서버 먹통, 공유 드라이브 전체 접속 불가, 네트워크 경로를 찾을 수 없습니다, 다른 팀도 같대요, 전사 장애, 장애 신고, 장애 공지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ERP·업무 협업 플랫폼·메일·파일서버를 여러 사람이 동시에 쓸 수 없을 때 장애인지 판단하는 방법, 신고 방법, 복구 후 할 일을 안내한다.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283464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292608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대상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전사 장애, 팀 단위 업무 협업 플랫폼 장애, 메일 서버·파일서버 전사 장애에 해당한다. 혼자만 안 되거나 느리기만 하면 IT-SYS-001·IT-SYS-002·IT-SYS-004·IT-SYS-006을 본다.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환경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도구·시스템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ERP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도구·시스템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 협업 플랫폼(PMS·BI·마케팅 툴)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도구·시스템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도구·시스템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파일서버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Windows, macOS (개발 직군 선택)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먼저 확인할 사항 · 3. 증상별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확인할 사항 · 증상 목록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먼저 확인할 사항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옆자리·다른 팀도 같은 증상인지 먼저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공지사항과 #it-helpdesk 채널에 장애 공지가 있는지 확인한다. 공지가 있으면 따로 신고하지 않아도 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혼자만 안 되면 개인 문서를 본다: ERP 오류 IT-SYS-001, 메일 IT-SYS-004, 공유 드라이브 IT-SYS-006, 느리기만 하면 IT-SYS-002.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중에는 프로그램 재설치나 설정 변경 같은 개인 조치를 하지 않는다.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로그인 자체가 안 되면 IT-ACC-001 3.3을 따른다.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3931920" y="1051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 목록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417320"/>
          <a:ext cx="47548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74520"/>
                <a:gridCol w="868680"/>
                <a:gridCol w="86868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문의 유형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 주체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부서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ERP가 로딩만 되고 열리지 않아 여러 부서 업무가 멈춤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 전체가 업무 협업 플랫폼(PMS·BI·마케팅 툴)에 접속할 수 없음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 부서에서 메일을 보내지도 받지도 못함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SYS-09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시스템인프라팀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공유 드라이브가 전부 열리지 않고 다른 팀도 같음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SYS-16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시스템인프라팀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시작하기 전에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보는 법: 그룹웨어 첫 화면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3-0.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첫 화면. 이 문서에서 자주 쓰는 위치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583754"/>
            <a:ext cx="3108960" cy="1033966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675194"/>
            <a:ext cx="2834640" cy="851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문서의 화면에서 빨간 네모는 누르거나 볼 곳이고, 번호는 오른쪽 설명 번호와 같습니다.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440754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257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위치 안내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공지사항: 시스템 장애가 생기면 '장애' 표시가 붙은 공지가 맨 위에 올라옵니다.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IT 헬프데스크: 전화 내선 1000, 메신저 #it-helpdesk 채널. 막히면 여기로 문의합니다.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업무 시스템 바로가기: ERP, 인사시스템, PMS, BI 분석, 메신저로 들어갑니다.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IT 요청: 그룹 메일, 권한, 파일 복구 같은 신청서를 내는 곳입니다.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-0. 그룹웨어 첫 화면. 이 문서에서 자주 쓰는 위치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ERP가 로딩만 되고 열리지 않아 여러 부서 업무가 멈춤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ERP에서 저장을 누르면 타임아웃이 난다.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부서 사람들도 ERP가 너무 느리거나 안 된다고 한다.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서버 쪽 장애 (예: 월말 대량 작업과 조회가 겹쳐 데이터 처리가 멈춤). 개인 PC 문제가 아니다.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ERP가 로딩만 되고 열리지 않아 여러 부서 업무가 멈춤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부서도 같은 증상인지 확인합니다.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공지사항과 #it-helpdesk 채널을 확인합니다.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공지가 없으면 IT 헬프데스크(내선 1000)에 전화해 부서와 증상을 알립니다.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저장하지 못한 작업은 따로 적어 두고, 복구 공지 후 다시 입력합니다.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1056111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873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공지 후 ERP가 열리고 저장되면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199111"/>
            <a:ext cx="3108960" cy="10369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290551"/>
            <a:ext cx="2834640" cy="85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후에도 나만 안 되면 IT-SYS-001을 본다.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327516"/>
            <a:ext cx="3108960" cy="1290203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418956"/>
            <a:ext cx="2834640" cy="1107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사번·부서, 시작 시각, 안 되는 메뉴·작업, 같은 증상인 부서, 마감 영향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화면 따라하기 (1/6)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ERP가 로딩만 되고 열리지 않아 여러 부서 업무가 멈춤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ERP가 로딩만 되다가 시간 초과가 나는 증상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ERP가 계속 로딩되다가 '요청 시간이 초과되었습니다'가 뜹니다. 저장도 되지 않습니다.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1-1. ERP가 로딩만 되다가 시간 초과가 나는 증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화면 따라하기 (2/6)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ERP가 로딩만 되고 열리지 않아 여러 부서 업무가 멈춤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부서도 같은지 확인하기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부서도 같은 증상인지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팀 채널에 ERP가 되는지 물어봅니다.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다른 사람, 다른 부서도 같다고 하면 전사 장애일 수 있습니다.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1-2. 다른 부서도 같은지 확인하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화면 따라하기 (3/6)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ERP가 로딩만 되고 열리지 않아 여러 부서 업무가 멈춤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게시판 &gt; 공지사항의 장애 공지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공지가 있으면 따로 신고하지 않아도 됩니다.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공지사항과 #it-helpdesk 채널을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그룹웨어 위쪽 [게시판]을 누르면 왼쪽에 [공지사항]이 열립니다.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빨간 '장애' 표시가 붙은 글이 있는지 봅니다. 눌러서 복구 예정 시각을 확인합니다.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1-3. 그룹웨어 게시판 &gt; 공지사항의 장애 공지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화면 따라하기 (4/6)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ERP가 로딩만 되고 열리지 않아 여러 부서 업무가 멈춤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3.1-4.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 #it-helpdesk 채널의 고정 공지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공지가 있으면 따로 신고하지 않고 복구 안내를 기다립니다.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공지사항과 #it-helpdesk 채널을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채널 목록에서 #it-helpdesk를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맨 위 '고정된 공지'에 장애 안내가 있는지 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1-4. 메신저 #it-helpdesk 채널의 고정 공지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화면 따라하기 (5/6)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ERP가 로딩만 되고 열리지 않아 여러 부서 업무가 멈춤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3.1-5.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첫 화면의 IT 헬프데스크 안내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583754"/>
            <a:ext cx="3108960" cy="1033966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675194"/>
            <a:ext cx="2834640" cy="851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평일 09:00~18:00에 받습니다. 그 밖의 시간에는 메신저 #it-helpdesk 채널에 남깁니다.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440754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257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공지가 없으면 IT 헬프데스크(내선 1000)에 전화해 부서와 증상을 알립니다.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그룹웨어 첫 화면 오른쪽 'IT 헬프데스크'에 전화번호가 있습니다. 사무실 전화로 내선 1000을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이렇게 말하면 됩니다: "영업기획팀 김하늘입니다. ERP가 10시부터 로딩만 되고 저장이 안 됩니다. 우리 팀과 다른 팀도 모두 같습니다. 오늘 마감 작업이 있습니다."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1-5. 그룹웨어 첫 화면의 IT 헬프데스크 안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화면 따라하기 (6/6)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ERP가 로딩만 되고 열리지 않아 여러 부서 업무가 멈춤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3.1-6.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저장하지 못한 작업을 메모해 두기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764856"/>
            <a:ext cx="3108960" cy="8528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856296"/>
            <a:ext cx="2834640" cy="66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중에는 저장 버튼을 여러 번 누르지 않습니다. 복구 후 중복 전표가 생길 수 있습니다.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2185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4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저장하지 못한 작업은 따로 적어 두고, 복구 공지 후 다시 입력합니다.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저장하지 못한 내용을 메모장 등에 적어 둡니다. 복구 공지가 나오면 그 내용으로 다시 입력합니다.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1-6. 저장하지 못한 작업을 메모해 두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팀 전체가 업무 협업 플랫폼(PMS·BI·마케팅 툴)에 접속할 수 없음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오후부터 BI 플랫폼이 아예 열리지 않아 팀 분석 업무가 모두 막혔다.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PMS가 자꾸 다운되고, 새로고침과 재로그인을 해도 팀원 전부 접속이 잘 안 된다.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툴에 갑자기 접속이 안 돼 진행 중인 캠페인 작업이 모두 멈췄다.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협업 플랫폼 서버 쪽 장애. 개인 조치로는 해결되지 않는다.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팀 전체가 업무 협업 플랫폼(PMS·BI·마케팅 툴)에 접속할 수 없음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팀 다른 사람도 접속이 안 되는지 확인합니다.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공지사항과 #it-helpdesk 채널을 확인합니다.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공지가 없으면 IT 헬프데스크(내선 1000)에 팀·시스템 이름·시작 시각을 알립니다.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안내를 받으면 다시 로그인합니다.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1056111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873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안내 후 플랫폼이 열리면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199111"/>
            <a:ext cx="3108960" cy="10369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290551"/>
            <a:ext cx="2834640" cy="85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느리지만 쓸 수는 있는 상태로 돌아오면 IT-SYS-002를 본다.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327516"/>
            <a:ext cx="3108960" cy="1290203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418956"/>
            <a:ext cx="2834640" cy="1107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사번·부서, 시스템 이름, 시작 시각, 영향 인원, 멈춘 업무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화면 따라하기 (1/5)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팀 전체가 업무 협업 플랫폼(PMS·BI·마케팅 툴)에 접속할 수 없음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전체가 PMS에 접속할 수 없는 증상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 분석이나 마케팅 툴도 같은 방법으로 확인합니다.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PMS를 열면 '서비스에 연결할 수 없습니다'가 뜹니다. 새로고침이나 다시 로그인해도 같습니다.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2-1. 팀 전체가 PMS에 접속할 수 없는 증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화면 따라하기 (2/5)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팀 전체가 업무 협업 플랫폼(PMS·BI·마케팅 툴)에 접속할 수 없음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팀 다른 사람도 접속이 안 되는지 확인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팀 다른 사람도 접속이 안 되는지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팀 채널에 PMS가 열리는지 물어봅니다.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팀원 모두 안 된다면 팀 단위 장애입니다.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2-2. 같은 팀 다른 사람도 접속이 안 되는지 확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화면 따라하기 (3/5)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팀 전체가 업무 협업 플랫폼(PMS·BI·마케팅 툴)에 접속할 수 없음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게시판 &gt; 공지사항 확인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764856"/>
            <a:ext cx="3108960" cy="8528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856296"/>
            <a:ext cx="2834640" cy="66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공지가 없으면 아직 알려지지 않은 장애일 수 있습니다. 다음 단계로 바로 알립니다.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2185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공지사항과 #it-helpdesk 채널을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[게시판] &gt; [공지사항]을 엽니다.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'장애' 표시가 붙은 PMS 관련 글이 없는지 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2-3. 그룹웨어 게시판 &gt; 공지사항 확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화면 따라하기 (4/5)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팀 전체가 업무 협업 플랫폼(PMS·BI·마케팅 툴)에 접속할 수 없음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3.2-4.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 #it-helpdesk 채널에 팀 단위 장애 알리기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문의할 때 알려 줄 정보를 처음부터 적으면 다시 묻는 시간이 줄어듭니다.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공지가 없으면 IT 헬프데스크(내선 1000)에 팀·시스템 이름·시작 시각을 알립니다.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왼쪽 채널 목록에서 #it-helpdesk를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입력창에 아래 항목을 한 줄씩 적습니다. 그대로 복사해 내용만 바꿔 써도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[전송]을 누릅니다. 담당자가 이 채널이나 개인 대화로 답합니다.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급하면 IT 헬프데스크 내선 1000으로 전화해도 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2-4. 메신저 #it-helpdesk 채널에 팀 단위 장애 알리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화면 따라하기 (5/5)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팀 전체가 업무 협업 플랫폼(PMS·BI·마케팅 툴)에 접속할 수 없음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3.2-5.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안내 후 다시 로그인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플랫폼이 열리면 해결된 것입니다. 느리기만 하면 IT-SYS-002를 봅니다.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4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안내를 받으면 다시 로그인합니다.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복구 안내를 받으면 사번을 입력합니다.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비밀번호를 입력합니다.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[로그인]을 누릅니다.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2-5. 복구 안내 후 다시 로그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전 부서에서 메일을 보내지도 받지도 못함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시스템인프라팀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메일이 보내지지도 받아지지도 않고, 다른 사람들도 같은 증상이다.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부서의 메일 송수신이 멈췄다.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서버 쪽 장애. 메일 프로그램이나 개인 설정 문제가 아니다.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전 부서에서 메일을 보내지도 받지도 못함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사람도 같은 증상인지 확인합니다.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프로그램을 다시 설치하거나 프로필을 지우지 않습니다.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헬프데스크(내선 1000)에 전화합니다. 급한 연락은 메신저나 전화로 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공지 후 보내지 못한 메일을 다시 보냅니다.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1056111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873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공지 후 메일을 보내고 받을 수 있으면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199111"/>
            <a:ext cx="3108960" cy="10369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290551"/>
            <a:ext cx="2834640" cy="85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후에도 나만 안 되면 IT-SYS-004 또는 IT-SW-003을 본다.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327516"/>
            <a:ext cx="3108960" cy="1290203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418956"/>
            <a:ext cx="2834640" cy="1107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사번·부서, 시작 시각, 보내기·받기 중 안 되는 것, 같은 증상인 부서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화면 따라하기 (1/5)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전 부서에서 메일을 보내지도 받지도 못함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메일을 보내지도 받지도 못하는 증상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메일을 보내거나 새로 고치면 '메일 서버에 연결할 수 없습니다'가 뜹니다. 09:40 이후로 새 메일이 없습니다.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3-1. 메일을 보내지도 받지도 못하는 증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화면 따라하기 (2/5)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전 부서에서 메일을 보내지도 받지도 못함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사람도 같은지 확인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764856"/>
            <a:ext cx="3108960" cy="8528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856296"/>
            <a:ext cx="2834640" cy="66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프로그램을 다시 설치하거나 프로필을 지우지 않습니다. 개인 PC 문제가 아닙니다.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2185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사람도 같은 증상인지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팀 채널에 메일이 되는지 물어봅니다.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다른 사람, 다른 팀도 같다면 메일 서버 장애입니다.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3-2. 다른 사람도 같은지 확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화면 따라하기 (3/5)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전 부서에서 메일을 보내지도 받지도 못함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첫 화면의 IT 헬프데스크 안내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583754"/>
            <a:ext cx="3108960" cy="1033966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675194"/>
            <a:ext cx="2834640" cy="851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평일 09:00~18:00에 받습니다. 그 밖의 시간에는 메신저 #it-helpdesk 채널에 남깁니다.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440754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257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헬프데스크(내선 1000)에 전화합니다. 급한 연락은 메신저나 전화로 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그룹웨어 첫 화면 오른쪽 'IT 헬프데스크'에 전화번호가 있습니다. 사무실 전화로 내선 1000을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이렇게 말하면 됩니다: "영업기획팀 김하늘입니다. 9시 40분쯤부터 메일을 보내지도 받지도 못합니다. 우리 팀과 옆 팀이 모두 같습니다."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3-3. 그룹웨어 첫 화면의 IT 헬프데스크 안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화면 따라하기 (4/5)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전 부서에서 메일을 보내지도 받지도 못함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3.3-4.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급한 연락은 메신저나 전화로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헬프데스크(내선 1000)에 전화합니다. 급한 연락은 메신저나 전화로 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급한 내용은 메신저 개인 대화로 보냅니다.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파일은 클립 아이콘으로 붙일 수 있습니다. 사외 연락은 전화로 합니다.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3-4. 급한 연락은 메신저나 전화로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화면 따라하기 (5/5)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전 부서에서 메일을 보내지도 받지도 못함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3.3-5.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후 보내지 못한 메일 다시 보내기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메일을 보내고 받을 수 있으면 해결된 것입니다.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4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공지 후 보내지 못한 메일을 다시 보냅니다.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복구 공지가 나오면 [보낸편지함]에서 '전송 실패' 메일을 고릅니다.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[다시 보내기]를 누릅니다.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3-5. 복구 후 보내지 못한 메일 다시 보내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공유 드라이브가 전부 열리지 않고 다른 팀도 같음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SYS-16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시스템인프라팀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드라이브가 전부 열리지 않고, 다른 팀도 같다고 한다.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파일을 저장하려고 하면 '네트워크 경로를 찾을 수 없습니다'가 나온다.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"네트워크 경로를 찾을 수 없습니다"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파일서버 쪽 장애. 개인 PC나 권한 문제가 아니다.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공유 드라이브가 전부 열리지 않고 다른 팀도 같음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팀도 같은 증상인지 확인합니다.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열려 있던 파일은 PC에 임시로 저장해 둡니다.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헬프데스크(내선 1000)에 전화합니다.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후 임시로 저장한 파일을 공유 드라이브로 옮기고 PC의 사본은 지웁니다.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1056111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873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공지 후 공유 드라이브가 열리고 저장되면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199111"/>
            <a:ext cx="3108960" cy="10369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290551"/>
            <a:ext cx="2834640" cy="85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후에도 우리 팀 폴더만 안 열리면 IT-SYS-006을 본다.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327516"/>
            <a:ext cx="3108960" cy="1290203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418956"/>
            <a:ext cx="2834640" cy="1107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사번·부서, 시작 시각, 화면 메시지, 같은 증상인 팀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FAQ-033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화면 따라하기 (1/4)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공유 드라이브가 전부 열리지 않고 다른 팀도 같음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3.4-1.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드라이브에 저장할 때 '네트워크 경로를 찾을 수 없습니다'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공유 드라이브가 열리지 않고, 저장하면 '네트워크 경로를 찾을 수 없습니다'가 뜹니다. 다른 팀도 같다고 합니다.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4-1. 공유 드라이브에 저장할 때 '네트워크 경로를 찾을 수 없습니다'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화면 따라하기 (2/4)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공유 드라이브가 전부 열리지 않고 다른 팀도 같음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3.4-2.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열려 있던 파일을 PC에 임시로 저장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열려 있던 파일은 PC에 임시로 저장해 둡니다.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파일 &gt; 다른 이름으로 저장에서 왼쪽 [바탕 화면]을 고릅니다.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파일 이름 끝에 (임시)를 붙여 구분합니다.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[저장]을 누릅니다.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4-2. 열려 있던 파일을 PC에 임시로 저장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화면 따라하기 (3/4)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공유 드라이브가 전부 열리지 않고 다른 팀도 같음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3.4-3.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첫 화면의 IT 헬프데스크 안내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583754"/>
            <a:ext cx="3108960" cy="1033966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675194"/>
            <a:ext cx="2834640" cy="851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평일 09:00~18:00에 받습니다. 그 밖의 시간에는 메신저 #it-helpdesk 채널에 남깁니다.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440754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257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헬프데스크(내선 1000)에 전화합니다.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그룹웨어 첫 화면 오른쪽 'IT 헬프데스크'에 전화번호가 있습니다. 사무실 전화로 내선 1000을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이렇게 말하면 됩니다: "영업기획팀 김하늘입니다. 공유 드라이브가 전부 안 열리고 네트워크 경로를 찾을 수 없다고 나옵니다. 다른 팀도 같습니다."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4-3. 그룹웨어 첫 화면의 IT 헬프데스크 안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화면 따라하기 (4/4)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공유 드라이브가 전부 열리지 않고 다른 팀도 같음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3.4-4.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후 임시 파일을 공유 드라이브로 옮기기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583754"/>
            <a:ext cx="3108960" cy="1033966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675194"/>
            <a:ext cx="2834640" cy="851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드라이브에 저장되면 해결된 것입니다. 우리 팀 폴더만 안 열리면 IT-SYS-006을 봅니다.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440754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257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4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후 임시로 저장한 파일을 공유 드라이브로 옮기고 PC의 사본은 지웁니다.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복구 공지가 나오면 바탕 화면의 임시 파일을 마우스 오른쪽 버튼으로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[잘라내기]를 누른 뒤 공유 드라이브 팀 폴더에서 붙여넣기합니다. PC에 사본이 남지 않습니다.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4-4. 복구 후 임시 파일을 공유 드라이브로 옮기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자주 묻는 질문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자주 묻는 질문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200400"/>
          </a:xfrm>
          <a:prstGeom prst="roundRect">
            <a:avLst>
              <a:gd name="adj" fmla="val 43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61288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드라이브가 열리지 않아요. (FAQ-033)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VPN 연결 상태(재택 시)를 확인한 뒤, 탐색기에서 드라이브 연결을 끊고 다시 연결하세요. 팀 전체가 안 되면 서비스데스크로 즉시 신고하세요.</a:t>
            </a:r>
            <a:endParaRPr lang="en-US" sz="12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주의사항 · 6. 문의처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 · 문의처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주의사항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중에는 같은 작업을 반복해서 저장하거나 보내지 않는다.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중이라도 업무 파일을 개인 메일이나 외부 저장소로 옮기지 않는다.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공지를 확인한 뒤에는 같은 내용을 여러 번 신고하지 않는다.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문의처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417320"/>
          <a:ext cx="4572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부서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부서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시스템인프라팀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접수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헬프데스크 내선 1000 (평일 09:00~18:00)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메신저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#it-helpdesk 채널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it-helpdesk@hanwha-ict.example (가상)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문서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IT-SYS-001 그룹웨어·ERP 이용 오류 대응 가이드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IT-SYS-002 사내 시스템 성능 저하 대응 가이드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IT-SYS-004 메일 이용 장애 대응 가이드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IT-SYS-006 공유 드라이브·파일 복구 가이드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IT-SW-003 SW 실행·업데이트 오류 가이드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IT-NET-003 네트워크 장애 신고·이관 가이드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IT-ACC-001 사내 SSO 로그인 오류 대응 가이드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IT-STD-001 IT 서비스 운영 기준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51560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전사 장애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여러 부서의 업무가 동시에 멈춘 장애 (긴급도 P1)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 협업 플랫폼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PMS(프로젝트 관리), BI(분석), 마케팅 툴 등 팀 단위로 쓰는 업무 시스템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182880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개정일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변경 내용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최초 작성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 Guide">
  <a:themeElements>
    <a:clrScheme name="IT Guide">
      <a:dk1>
        <a:srgbClr val="1E2A36"/>
      </a:dk1>
      <a:lt1>
        <a:srgbClr val="FFFFFF"/>
      </a:lt1>
      <a:dk2>
        <a:srgbClr val="1F3A5F"/>
      </a:dk2>
      <a:lt2>
        <a:srgbClr val="EEF3F7"/>
      </a:lt2>
      <a:accent1>
        <a:srgbClr val="1F3A5F"/>
      </a:accent1>
      <a:accent2>
        <a:srgbClr val="1B6F7A"/>
      </a:accent2>
      <a:accent3>
        <a:srgbClr val="D9661F"/>
      </a:accent3>
      <a:accent4>
        <a:srgbClr val="1E8E5A"/>
      </a:accent4>
      <a:accent5>
        <a:srgbClr val="C98A00"/>
      </a:accent5>
      <a:accent6>
        <a:srgbClr val="C0392B"/>
      </a:accent6>
      <a:hlink>
        <a:srgbClr val="1B6F7A"/>
      </a:hlink>
      <a:folHlink>
        <a:srgbClr val="8A949E"/>
      </a:folHlink>
    </a:clrScheme>
    <a:fontScheme name="IT Guid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IT-SYS-003 사내 시스템 장애 신고·이관 가이드</dc:title>
  <dc:subject>PptxGenJS Presentation</dc:subject>
  <dc:creator>업무시스템팀</dc:creator>
  <cp:lastModifiedBy>업무시스템팀</cp:lastModifiedBy>
  <cp:revision>1</cp:revision>
  <dcterms:created xsi:type="dcterms:W3CDTF">2026-10-08T16:02:03Z</dcterms:created>
  <dcterms:modified xsi:type="dcterms:W3CDTF">2026-10-08T16:02:03Z</dcterms:modified>
</cp:coreProperties>
</file>