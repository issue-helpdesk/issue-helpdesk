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11"/>
    <p:sldId id="277" r:id="rId10"/>
    <p:sldId id="278" r:id="rId9"/>
    <p:sldId id="279" r:id="rId8"/>
    <p:sldId id="280" r:id="rId7"/>
    <p:sldId id="281" r:id="rId6"/>
    <p:sldId id="282" r:id="rId5"/>
    <p:sldId id="283" r:id="rId4"/>
    <p:sldId id="284" r:id="rId3"/>
    <p:sldId id="285" r:id="rId2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d1c9fe69-f8fa-47c1-0b43-c16b46c1709f}">
          <p14:sldIdLst>
            <p14:sldId id="256"/>
            <p14:sldId id="257"/>
            <p14:sldId id="258"/>
            <p14:sldId id="259"/>
          </p14:sldIdLst>
        </p14:section>
        <p14:section name="3.1 증상" id="{43a5a403-6d74-43a9-58bd-7bc4a15afd61}">
          <p14:sldIdLst>
            <p14:sldId id="260"/>
            <p14:sldId id="261"/>
            <p14:sldId id="262"/>
          </p14:sldIdLst>
        </p14:section>
        <p14:section name="FAQ·문의처" id="{bbf332e7-66a9-14f5-fb28-3b7f1807f14c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0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IT-SYS-004  메일 이용 장애 대응 가이드  |  v1.0  |  사내 공개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이용 장애 대응 가이드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IT 가이드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IT-SYS-004   |   v1.0   |   시행일 2026-03-01   |   사내 공개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 사내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유형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 대응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임직원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 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매뉴얼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IT-SYS-004-M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SYS-06, SYS-07, SYS-08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키워드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거래처 메일을 못 받았어요, 메일 수신 안 됨, 외부 메일이 안 들어와요, 스팸, 격리함, 해제, 허용 목록, 메일이 한 통도 안 들어와요, 메일함 용량이 꽉 찼대요, 메일 용량 줄이는 방법, 50GB, 아카이브, 보관, size:&gt;10MB, 용량 증설, 메일이 반송돼요, 첨부파일 있는 메일만 반송, 25MB, 파일 공유 링크, 해외 거래처 반송, 팀 전체 반송, 반송 메일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메일이 오지 않거나 메일함 용량이 부족할 때, 보낸 메일이 반송될 때 직접 조치하는 방법과 문의하는 방법을 안내한다.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29260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메일 계정의 수신·용량·외부 발송 문제에 해당한다. 메일 프로그램 실행 오류는 IT-SW-003, 여러 부서의 메일 송수신 불가는 IT-SYS-003을 본다.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환경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Windows, macOS (개발 직군 선택)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 · 3. 증상별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확인할 사항 · 증상 목록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프로그램이 열리지 않거나 느리면 IT-SW-003을 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부서에서 동시에 메일을 보내거나 받지 못하면 IT-SYS-003 3.3을 따른다.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의심스러운 메일을 받았으면 IT-SEC-001을 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공용 메일(그룹 메일) 신청은 IT-SYS-005를 본다.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 목록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74520"/>
                <a:gridCol w="868680"/>
                <a:gridCol w="86868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주체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거래처에서 보낸 메일이 받은편지함에 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 오후부터 메일이 한 통도 들어오지 않음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메일함 용량 부족 경고가 계속 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첨부파일이 있는 메일만 반송됨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거래처로 보낸 메일이 팀 전체 반송됨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시작하기 전에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보는 법: 그룹웨어 첫 화면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3-0.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첫 화면. 이 문서에서 자주 쓰는 위치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문서의 화면에서 빨간 네모는 누르거나 볼 곳이고, 번호는 오른쪽 설명 번호와 같습니다.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위치 안내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공지사항: 시스템 장애가 생기면 '장애' 표시가 붙은 공지가 맨 위에 올라옵니다.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 헬프데스크: 전화 내선 1000, 메신저 #it-helpdesk 채널. 막히면 여기로 문의합니다.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업무 시스템 바로가기: ERP, 인사시스템, PMS, BI 분석, 메신저로 들어갑니다.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IT 요청: 그룹 메일, 권한, 파일 복구 같은 신청서를 내는 곳입니다.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-0. 그룹웨어 첫 화면. 이 문서에서 자주 쓰는 위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거래처에서 보낸 메일이 받은편지함에 없음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거래처에서 메일을 보냈다는데 내 받은편지함에 없다.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스팸 필터가 메일을 격리함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거래처에서 보낸 메일이 받은편지함에 없음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메일의 스팸(격리)함을 엽니다.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메일을 선택하고 [해제]를 누릅니다. 메일이 받은편지함으로 옮겨집니다.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거래처 메일이 계속 격리되면 헬프데스크에 발신 도메인을 허용 목록에 등록해 달라고 요청합니다.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801029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618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메일이 받은편지함에 보이면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1944029"/>
            <a:ext cx="3108960" cy="1373579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035469"/>
            <a:ext cx="2834640" cy="1190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격리함에도 없으면 3.2(용량)를 확인하고 헬프데스크에 문의한다.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보낸 사람이 의심스러우면 해제하지 말고 IT-SEC-001을 따른다.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409048"/>
            <a:ext cx="3108960" cy="1208671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500488"/>
            <a:ext cx="2834640" cy="1025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보낸 사람 메일 주소, 보낸 시각, 메일 제목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FAQ-010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거래처에서 보낸 메일이 받은편지함에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왼쪽 폴더 목록의 스팸(격리)함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메일의 스팸(격리)함을 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그룹웨어 [메일]에서 왼쪽 폴더 목록의 [스팸(격리)함]을 누릅니다. 숫자는 격리된 메일 수입니다.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1. 메일 왼쪽 폴더 목록의 스팸(격리)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거래처에서 보낸 메일이 받은편지함에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격리함 화면. 메일을 선택하고 [해제]를 누르는 위치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보낸 사람이 처음 보는 주소이거나 의심스러우면 해제하지 말고 IT-SEC-001을 따릅니다.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메일을 선택하고 [해제]를 누릅니다. 메일이 받은편지함으로 옮겨집니다.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거래처 메일 왼쪽 네모를 눌러 체크합니다.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위쪽 [해제]를 누릅니다. 메일이 받은편지함으로 옮겨집니다.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2. 메일 격리함 화면. 메일을 선택하고 [해제]를 누르는 위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거래처에서 보낸 메일이 받은편지함에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거래처 메일이 계속 격리되면 허용 목록 등록 요청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거래처 메일이 계속 격리되면 헬프데스크에 발신 도메인을 허용 목록에 등록해 달라고 요청합니다.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3. 같은 거래처 메일이 계속 격리되면 허용 목록 등록 요청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거래처에서 보낸 메일이 받은편지함에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받은편지함으로 옮겨진 메일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격리함에도 없으면 메일함 용량(3.2)을 확인하고 헬프데스크에 문의합니다.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곳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메일이 받은편지함에 보이면 해결된 것이다.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받은편지함에 메일이 보이면 해결된 것입니다.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4. 받은편지함으로 옮겨진 메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오늘 오후부터 메일이 한 통도 들어오지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오후부터 메일이 한 통도 들어오지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메일함 용량 경고가 떠 있었다.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메일함 용량이 가득 차 새 메일을 받지 못함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오늘 오후부터 메일이 한 통도 들어오지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메일함 용량 표시를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3.3에 따라 오래된 메일을 보관(아카이브)하거나 큰 메일을 지웁니다.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지운편지함도 비웁니다.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동료에게 테스트 메일을 보내 달라고 해 수신을 확인합니다.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801029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618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메일이 다시 들어오면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1944029"/>
            <a:ext cx="3108960" cy="1373579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035469"/>
            <a:ext cx="2834640" cy="1190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용량에 여유가 있는데도 메일이 오지 않으면 헬프데스크에 문의한다.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사람도 메일이 오지 않으면 IT-SYS-003 3.3을 따른다.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409048"/>
            <a:ext cx="3108960" cy="1208671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500488"/>
            <a:ext cx="2834640" cy="1025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메일함 용량, 마지막으로 메일을 받은 시각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FAQ-010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오늘 오후부터 메일이 한 통도 들어오지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메일함 용량 표시와 용량 초과 경고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단계는 3.3(용량 정리)을 따라 오래된 메일을 보관하거나 큰 메일을 지웁니다.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메일함 용량 표시를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왼쪽 아래 '메일함 용량'을 봅니다. 99%처럼 빨간색이면 가득 찬 것입니다.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위쪽에 '새 메일을 받을 수 없습니다' 경고가 보입니다.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1. 메일함 용량 표시와 용량 초과 경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오늘 오후부터 메일이 한 통도 들어오지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지운편지함 비우기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비운 메일은 되살릴 수 없습니다. 필요한 메일이 없는지 먼저 봅니다.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지운편지함도 비웁니다.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왼쪽 [지운편지함]을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[지운편지함 비우기]를 누르고 확인 창에서 [확인]을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2. 지운편지함 비우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오늘 오후부터 메일이 한 통도 들어오지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동료가 보낸 테스트 메일로 수신 확인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914462"/>
            <a:ext cx="3108960" cy="703258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4005902"/>
            <a:ext cx="2834640" cy="5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메일이 다시 들어오면 해결된 것입니다.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77146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58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동료에게 테스트 메일을 보내 달라고 해 수신을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동료에게 테스트 메일을 보내 달라고 부탁하고, 받은편지함에 들어오는지 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용량이 90% 아래로 내려갔는지 확인합니다.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3. 동료가 보낸 테스트 메일로 수신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메일함 용량 부족 경고가 계속 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메일함 용량 부족 경고가 계속 떠서 용량을 늘릴 수 있는지 궁금하다.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용량(50GB)에 가까울 만큼 메일이 쌓임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대용량 첨부 메일이 많음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메일함 용량 부족 경고가 계속 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검색창에 size:&gt;10MB 를 입력해 큰 메일을 찾습니다.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없는 큰 메일은 지우고, 필요한 첨부는 공유 드라이브에 저장한 뒤 메일을 지웁니다.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'보관(아카이브)' 기능으로 1년 이상 된 메일을 옮깁니다.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보관 설정을 켜 둡니다.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6728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8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용량 경고가 사라지면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10286"/>
            <a:ext cx="3108960" cy="117306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01726"/>
            <a:ext cx="2834640" cy="99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정리해도 업무상 용량이 부족하면 헬프데스크에 용량 증설 기준을 문의한다.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74787"/>
            <a:ext cx="3108960" cy="124293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66227"/>
            <a:ext cx="2834640" cy="106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현재 메일함 용량, 이미 해 본 조치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FAQ-011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메일함 용량 부족 경고가 계속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검색창에 size:&gt;10MB 를 입력한 결과 화면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검색창에 size:&gt;10MB 를 입력해 큰 메일을 찾습니다.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오른쪽 위 메일 검색창에 size:&gt;10MB 를 입력하고 Enter를 누릅니다. 10MB보다 큰 메일만 나옵니다.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오른쪽 크기 열을 보며 큰 메일부터 정리합니다.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1. 메일 검색창에 size:&gt;10MB 를 입력한 결과 화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메일함 용량 부족 경고가 계속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첨부를 공유 드라이브에 저장한 뒤 메일 삭제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없는 큰 메일은 지우고, 필요한 첨부는 공유 드라이브에 저장한 뒤 메일을 지웁니다.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필요한 첨부는 [공유 드라이브에 저장]을 눌러 팀 폴더에 저장합니다.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저장한 뒤 위쪽 [삭제]로 메일을 지웁니다. 필요 없는 큰 메일은 바로 지웁니다.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2. 첨부를 공유 드라이브에 저장한 뒤 메일 삭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메일함 용량 부족 경고가 계속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이상 된 메일을 보관(아카이브)으로 옮기기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보관한 메일은 왼쪽 [보관함(아카이브)]에서 언제든 다시 볼 수 있습니다.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'보관(아카이브)' 기능으로 1년 이상 된 메일을 옮깁니다.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검색창에 before:2025-03-10 처럼 1년 전 날짜를 넣어 오래된 메일을 찾고 맨 위 네모로 모두 체크합니다.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위쪽 [보관]을 누릅니다. 보관함(아카이브)으로 옮겨지고 메일함 용량에서 빠집니다.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3. 1년 이상 된 메일을 보관(아카이브)으로 옮기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메일함 용량 부족 경고가 계속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보관 설정 켜기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용량 경고가 사라지면 해결된 것입니다. 업무상 계속 부족하면 헬프데스크에 용량 증설 기준을 문의합니다.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보관 설정을 켜 둡니다.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메일 오른쪽 위 설정(톱니바퀴) &gt; 자동 보관에서 스위치를 켭니다.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보관 기준을 '받은 지 1년이 지난 메일'로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[저장]을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4. 자동 보관 설정 켜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첨부파일이 있는 메일만 반송됨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시스템인프라팀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첨부파일이 있는 메일만 되돌아온다.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용량이 25MB를 넘음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첨부파일이 있는 메일만 반송됨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 크기를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25MB가 넘으면 파일을 사내 파일 공유 링크로 바꿔 보냅니다.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보냅니다.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09085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2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메일이 반송되지 않으면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052085"/>
            <a:ext cx="3108960" cy="1102477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143525"/>
            <a:ext cx="2834640" cy="919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첨부가 25MB보다 작은데도 반송되면 반송 메일 원문을 첨부해 헬프데스크에 문의한다.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246003"/>
            <a:ext cx="3108960" cy="137171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337443"/>
            <a:ext cx="2834640" cy="1188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받는 사람 주소, 첨부 크기, 반송 메일 원문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FAQ-012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첨부파일이 있는 메일만 반송됨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용량 초과로 돌아온 반송 메일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반송 메일을 열면 사유에 '허용 한도(25MB)를 넘었습니다'가 있습니다.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4-1. 첨부 용량 초과로 돌아온 반송 메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첨부파일이 있는 메일만 반송됨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쓰기 화면의 첨부 크기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 크기를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메일 쓰기 화면의 첨부 합계를 봅니다. 25MB가 넘으면 보낼 수 없습니다.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4-2. 메일 쓰기 화면의 첨부 크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첨부파일이 있는 메일만 반송됨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파일 공유 링크로 바꿔 첨부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25MB가 넘으면 파일을 사내 파일 공유 링크로 바꿔 보냅니다.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큰 파일은 X로 지우고 [파일 공유 링크로 첨부]를 눌러 같은 파일을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첨부가 링크로 바뀝니다. 받는 사람은 링크를 눌러 30일 동안 내려받을 수 있습니다.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4-3. 사내 파일 공유 링크로 바꿔 첨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첨부파일이 있는 메일만 반송됨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보내기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 메일이 다시 오지 않으면 해결된 것입니다. 25MB보다 작은데도 반송되면 반송 메일 원문을 붙여 문의합니다.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보냅니다.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[보내기]를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4. 다시 보내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해외 거래처로 보낸 메일이 팀 전체 반송됨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시스템인프라팀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거래처로 보낸 메일이 전부 반송되고, 팀 전체가 같은 증상이다.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메일 발송 서버가 외부 스팸 목록에 올라 받는 쪽에서 거부함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해외 거래처로 보낸 메일이 팀 전체 반송됨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 메일 원문을 저장합니다.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여러 명이 같은 증상인지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 메일 원문을 첨부해 헬프데스크에 신고합니다.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급한 내용은 전화 등 다른 방법으로 연락합니다.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56111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7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거래처로 보낸 메일이 반송되지 않으면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99111"/>
            <a:ext cx="3108960" cy="10369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90551"/>
            <a:ext cx="2834640" cy="85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부서에서 메일 송수신 자체가 안 되면 IT-SYS-003 3.3을 따른다.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27516"/>
            <a:ext cx="3108960" cy="129020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18956"/>
            <a:ext cx="2834640" cy="11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사번·부서, 받는 사람 도메인, 반송 메일 원문, 영향 인원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FAQ-012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화면 따라하기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해외 거래처로 보낸 메일이 팀 전체 반송됨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거래처로 보낸 메일의 반송 메일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반송 사유에 spam blocklist(스팸 목록)라는 말이 있습니다. 회사 메일 서버가 받는 쪽에서 차단된 경우입니다.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해외 거래처 주소로 보낸 메일이 모두 이렇게 돌아옵니다.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5-1. 해외 거래처로 보낸 메일의 반송 메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화면 따라하기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해외 거래처로 보낸 메일이 팀 전체 반송됨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 메일 원문 저장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 메일 원문을 저장합니다.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반송 메일을 연 상태에서 위쪽 [더보기]를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[다른 이름으로 저장 (.eml)]을 눌러 PC에 저장합니다. 이것이 '반송 메일 원문'입니다.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5-2. 반송 메일 원문 저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화면 따라하기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해외 거래처로 보낸 메일이 팀 전체 반송됨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 메일 원문을 붙여 메신저 #it-helpdesk 채널에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 메일 원문을 첨부해 헬프데스크에 신고합니다.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클립 아이콘을 눌러 캡처나 파일을 붙입니다. 캡처는 Ctrl+V로 바로 붙여 넣어도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[전송]을 누릅니다. 담당자가 이 채널이나 개인 대화로 답합니다.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급한 내용은 전화 등 다른 방법으로 거래처에 연락합니다.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5-3. 반송 메일 원문을 붙여 메신저 #it-helpdesk 채널에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외부에서 보낸 메일이 안 와요. (FAQ-010)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스팸(격리)함을 확인하세요. 격리 메일은 '해제'를 누르면 받은편지함으로 이동합니다. 메일함 용량이 가득 찬 경우에도 수신이 거부될 수 있습니다.</a:t>
            </a:r>
            <a:endParaRPr lang="en-US" sz="1200" dirty="0"/>
          </a:p>
        </p:txBody>
      </p:sp>
      <p:sp>
        <p:nvSpPr>
          <p:cNvPr id="7" name="Shape 2"/>
          <p:cNvSpPr/>
          <p:nvPr/>
        </p:nvSpPr>
        <p:spPr>
          <a:xfrm>
            <a:off x="466344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3"/>
          <p:cNvSpPr txBox="1"/>
          <p:nvPr/>
        </p:nvSpPr>
        <p:spPr>
          <a:xfrm>
            <a:off x="480060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메일함 용량이 부족해요. (FAQ-011)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용량은 50GB입니다. '보관(아카이브)' 기능으로 1년 이상 된 메일을 옮기거나, 검색창에 size:&gt;10MB 를 입력해 대용량 메일을 정리하세요.</a:t>
            </a:r>
            <a:endParaRPr lang="en-US" sz="12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 (계속)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메일이 반송돼요. (FAQ-012)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용량이 25MB를 넘으면 반송됩니다. 대용량 파일은 사내 파일 공유 링크를 이용하세요. 첨부가 없는데도 반송되면 반송 메일 원문을 첨부해 문의하세요.</a:t>
            </a:r>
            <a:endParaRPr lang="en-US" sz="1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 · 6. 문의처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· 문의처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보낸 사람이 의심스러운 메일은 격리함에서 해제하지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대용량 파일을 개인 메일이나 외부 저장소로 보내지 않는다. 사내 파일 공유 링크를 쓴다.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개인정보가 들어 있는 파일의 외부 전송은 IT-SEC-004를 따른다.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문의처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41732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접수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헬프데스크 내선 1000 (평일 09:00~18:00)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메신저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#it-helpdesk 채널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it-helpdesk@hanwha-ict.example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문서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IT-SW-003 SW 실행·업데이트 오류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IT-SYS-003 사내 시스템 장애 신고·이관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IT-SYS-005 메신저·화상회의·협업 도구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IT-SEC-001 피싱·의심 메일 대응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IT-SEC-004 보안 예외 신청·정책 안내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IT-STD-001 IT 서비스 운영 기준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격리함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스팸 필터가 의심 메일을 모아 두는 곳. 확인 후 해제할 수 있음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보관(아카이브)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오래된 메일을 메일함 용량에서 빼서 따로 보관하는 기능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보낸 메일이 받는 쪽에 전달되지 못하고 되돌아오는 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IT-SYS-004 메일 이용 장애 대응 가이드</dc:title>
  <dc:subject>PptxGenJS Presentation</dc:subject>
  <dc:creator>서비스데스크</dc:creator>
  <cp:lastModifiedBy>서비스데스크</cp:lastModifiedBy>
  <cp:revision>1</cp:revision>
  <dcterms:created xsi:type="dcterms:W3CDTF">2026-10-08T16:02:03Z</dcterms:created>
  <dcterms:modified xsi:type="dcterms:W3CDTF">2026-10-08T16:02:03Z</dcterms:modified>
</cp:coreProperties>
</file>