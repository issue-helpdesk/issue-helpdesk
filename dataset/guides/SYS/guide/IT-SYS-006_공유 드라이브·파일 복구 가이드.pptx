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"/>
    <p:sldId id="284" r:id="rId3"/>
    <p:sldId id="285" r:id="rId2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d1c9fe69-f8fa-47c1-0b43-c16b46c1709f}">
          <p14:sldIdLst>
            <p14:sldId id="256"/>
            <p14:sldId id="257"/>
            <p14:sldId id="258"/>
            <p14:sldId id="259"/>
          </p14:sldIdLst>
        </p14:section>
        <p14:section name="3.1 증상" id="{43a5a403-6d74-43a9-58bd-7bc4a15afd61}">
          <p14:sldIdLst>
            <p14:sldId id="260"/>
            <p14:sldId id="261"/>
            <p14:sldId id="262"/>
          </p14:sldIdLst>
        </p14:section>
        <p14:section name="FAQ·문의처" id="{bbf332e7-66a9-14f5-fb28-3b7f1807f14c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IT-SYS-006  공유 드라이브·파일 복구 가이드  |  v1.0  |  사내 공개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드라이브·파일 복구 가이드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IT 가이드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IT-SYS-006   |   v1.0   |   시행일 2026-03-01   |   사내 공개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유형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장애 대응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임직원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매뉴얼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IT-SYS-006-M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SYS-13, SYS-14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키워드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드라이브 접속 안 됨, 공유 드라이브가 열리지 않아요, 액세스가 거부되었습니다, 팀원 전부, 경로를 찾을 수 없음, 드라이브 연결 끊김, 네트워크 드라이브 연결, 실수로 파일을 지웠어요, 삭제한 파일 복구 요청, 실수로 폴더를 지웠어요, 이전 버전, 스냅샷, 30일, 파일 복구, 파일서버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공유 드라이브에 접속할 수 없을 때 확인하고 조치하는 방법과, 지운 파일을 이전 버전으로 직접 복원하거나 복구를 요청하는 방법을 안내한다.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29260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대상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공유 드라이브(파일서버)를 쓰는 전 임직원에 해당한다. 여러 팀의 공유 드라이브가 동시에 안 열리면 IT-SYS-003, 새 폴더 권한 신청은 IT-ACS-001을 본다.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환경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도구·시스템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파일서버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Windows, macOS (개발 직군 선택)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 · 3. 증상별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확인할 사항 · 증상 목록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먼저 확인할 사항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중이면 VPN에 연결되어 있는지 먼저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 공유 드라이브도 안 열리면 IT-SYS-003 3.4를 따른다.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쓰는 폴더라 열리지 않으면 권한 신청 대상이다. IT-ACS-001을 본다.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드라이브는 매일 스냅샷을 만들어 30일간 보관한다.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 목록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17320"/>
          <a:ext cx="4754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868680"/>
                <a:gridCol w="86868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주체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공유 드라이브에서 '액세스가 거부되었습니다'가 뜨고 팀원 전부 같음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드라이브 연결이 끊겨 다시 연결하려니 '경로를 찾을 수 없음'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지운 파일을 '이전 버전'으로 직접 복원하기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조치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삭제한 파일 복구 요청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시작하기 전에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보는 법: 그룹웨어 첫 화면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3-0.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화면. 이 문서에서 자주 쓰는 위치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문서의 화면에서 빨간 네모는 누르거나 볼 곳이고, 번호는 오른쪽 설명 번호와 같습니다.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위치 안내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공지사항: 시스템 장애가 생기면 '장애' 표시가 붙은 공지가 맨 위에 올라옵니다.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IT 헬프데스크: 전화 내선 1000, 메신저 #it-helpdesk 채널. 막히면 여기로 문의합니다.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업무 시스템 바로가기: ERP, 인사시스템, PMS, BI 분석, 메신저로 들어갑니다.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IT 요청: 그룹 메일, 권한, 파일 복구 같은 신청서를 내는 곳입니다.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-0. 그룹웨어 첫 화면. 이 문서에서 자주 쓰는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팀 공유 드라이브에서 '액세스가 거부되었습니다'가 뜨고 팀원 전부 같음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공유 드라이브에 들어가면 '액세스가 거부되었습니다'가 나오고 팀원 전부 그렇다.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쓰던 폴더다.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"액세스가 거부되었습니다"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권한 설정(상속)이 바뀌어 팀 권한이 빠짐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팀 공유 드라이브에서 '액세스가 거부되었습니다'가 뜨고 팀원 전부 같음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여러 명이 같은 증상인지 확인합니다.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안 되면 권한 신청 대상일 수 있습니다. IT-ACS-001을 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같으면 폴더 경로를 적어 헬프데스크에 바로 신고합니다.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119467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936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팀원들이 폴더를 다시 열 수 있으면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62467"/>
            <a:ext cx="3108960" cy="1099170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53907"/>
            <a:ext cx="2834640" cy="91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 폴더도 열리지 않으면 IT-SYS-003 3.4를 따른다.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453077"/>
            <a:ext cx="3108960" cy="116464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544517"/>
            <a:ext cx="2834640" cy="981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사번·부서, 폴더 경로, 화면 메시지, 영향 인원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FAQ-033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팀 공유 드라이브에서 '액세스가 거부되었습니다'가 뜨고 팀원 전부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공유 드라이브에서 '액세스가 거부되었습니다'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원래 쓰던 팀 폴더를 열면 '액세스가 거부되었습니다'가 뜹니다.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팀 공유 드라이브에서 '액세스가 거부되었습니다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팀 공유 드라이브에서 '액세스가 거부되었습니다'가 뜨고 팀원 전부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팀원도 같은지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여러 명이 같은 증상인지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팀 폴더가 열리는지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팀원 여러 명이 같으면 팀 전체 문제입니다. 혼자만 안 되면 권한 신청 대상일 수 있습니다(IT-ACS-001).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2. 팀원도 같은지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팀 공유 드라이브에서 '액세스가 거부되었습니다'가 뜨고 팀원 전부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경로 복사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914462"/>
            <a:ext cx="3108960" cy="70325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4005902"/>
            <a:ext cx="2834640" cy="5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복사한 경로를 신고 메시지에 붙여 넣습니다.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146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8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같으면 폴더 경로를 적어 헬프데스크에 바로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탐색기 위쪽 주소 표시줄을 누르면 경로 전체가 선택됩니다. Ctrl + C로 복사합니다.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폴더 경로 복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3.1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팀 공유 드라이브에서 '액세스가 거부되었습니다'가 뜨고 팀원 전부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바로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같으면 폴더 경로를 적어 헬프데스크에 바로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메신저 #it-helpdesk 채널에 바로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증상과 원인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공유 드라이브 연결이 끊겨 다시 연결하려니 '경로를 찾을 수 없음'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04288" y="987552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0428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54496" y="987552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254496" y="98755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 연결이 끊겨서 다시 연결하려니 경로를 찾을 수 없다고 한다.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"경로를 찾을 수 없음"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파일서버 주소가 바뀌었는데 PC에는 예전 경로로 연결되어 있음</a:t>
            </a:r>
            <a:endParaRPr lang="en-US" sz="12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조치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공유 드라이브 연결이 끊겨 다시 연결하려니 '경로를 찾을 수 없음'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중이면 VPN에 연결합니다.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탐색기에서 기존 드라이브를 마우스 오른쪽 클릭해 [연결 끊기]를 누릅니다.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공지나 헬프데스크에서 받은 새 경로로 [내 PC] &gt; [네트워크 드라이브 연결]을 실행해 다시 연결합니다.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909085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72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드라이브가 다시 열리면 해결된 것이다.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052085"/>
            <a:ext cx="3108960" cy="1102477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143525"/>
            <a:ext cx="2834640" cy="91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경로로도 열리지 않으면 헬프데스크에 문의한다.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246003"/>
            <a:ext cx="3108960" cy="137171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337443"/>
            <a:ext cx="2834640" cy="1188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사번, 기존 드라이브 경로, 접속 장소 (사무실 / 재택), 화면 메시지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FAQ-033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공유 드라이브 연결이 끊겨 다시 연결하려니 '경로를 찾을 수 없음'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표시줄의 VPN 아이콘과 VPN 연결 창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밖(재택·출장)에서는 VPN이 '연결됨'이어야 사내 시스템이 열립니다.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중이면 VPN에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표시줄 오른쪽 아래의 방패 모양 VPN 아이콘을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연결 상태를 봅니다. '연결됨'이면 VPN은 정상입니다.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'연결 안 됨'이면 [연결]을 누르고 통합 계정으로 로그인합니다.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1. 작업 표시줄의 VPN 아이콘과 VPN 연결 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공유 드라이브 연결이 끊겨 다시 연결하려니 '경로를 찾을 수 없음'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탐색기에서 기존 드라이브 연결 끊기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탐색기에서 기존 드라이브를 마우스 오른쪽 클릭해 [연결 끊기]를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탐색기 왼쪽 [내 PC]를 누르고, 연결이 끊긴 드라이브를 마우스 오른쪽 버튼으로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[연결 끊기]를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2. 탐색기에서 기존 드라이브 연결 끊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공유 드라이브 연결이 끊겨 다시 연결하려니 '경로를 찾을 수 없음'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[내 PC] &gt; [네트워크 드라이브 연결] 메뉴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공지나 헬프데스크에서 받은 새 경로로 [내 PC] &gt; [네트워크 드라이브 연결]을 실행해 다시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[내 PC] 화면 위쪽 [더 보기]를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[네트워크 드라이브 연결]을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3. [내 PC] &gt; [네트워크 드라이브 연결] 메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3.2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공유 드라이브 연결이 끊겨 다시 연결하려니 '경로를 찾을 수 없음'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탐색기 [네트워크 드라이브 연결] 창. 폴더 경로 입력란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914462"/>
            <a:ext cx="3108960" cy="703258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4005902"/>
            <a:ext cx="2834640" cy="5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드라이브가 다시 열리면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1462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8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공지나 헬프데스크에서 받은 새 경로로 [내 PC] &gt; [네트워크 드라이브 연결]을 실행해 다시 연결합니다.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드라이브 문자를 고릅니다. 예전과 같은 문자(예: Z:)를 고르면 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팀 공지나 헬프데스크에서 받은 새 경로를 입력합니다. (그림의 경로는 예시입니다.)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'로그인할 때 다시 연결'을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[마침]을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4. 탐색기 [네트워크 드라이브 연결] 창. 폴더 경로 입력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준비와 확인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지운 파일을 '이전 버전'으로 직접 복원하기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조치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FAQ-034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694573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511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사용합니다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드라이브에서 어제 작업한 파일을 실수로 지웠다.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잘못 덮어써서 이전 내용이 필요하다.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03333"/>
            <a:ext cx="4023360" cy="1414386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294773"/>
            <a:ext cx="3749040" cy="123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것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있던 폴더 경로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지우거나 덮어쓴 날짜·시각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176033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99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파일이 원래 폴더에 다시 생기면 완료된 것이다.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684793"/>
            <a:ext cx="4023360" cy="1932926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2776233"/>
            <a:ext cx="3749040" cy="1750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될 때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버전 목록에 원하는 날짜가 없으면 3.4에 따라 복구를 요청한다.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30일이 지난 파일은 복구할 수 없다.</a:t>
            </a:r>
            <a:endParaRPr lang="en-US" sz="120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따라하기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지운 파일을 '이전 버전'으로 직접 복원하기</a:t>
            </a:r>
            <a:endParaRPr lang="en-US" sz="2000" dirty="0"/>
          </a:p>
        </p:txBody>
      </p:sp>
      <p:sp>
        <p:nvSpPr>
          <p:cNvPr id="5" name="Text 4"/>
          <p:cNvSpPr txBox="1"/>
          <p:nvPr/>
        </p:nvSpPr>
        <p:spPr>
          <a:xfrm>
            <a:off x="45720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있던 폴더의 마우스 오른쪽 메뉴 [속성]</a:t>
            </a:r>
            <a:endParaRPr lang="en-US" sz="950" dirty="0"/>
          </a:p>
        </p:txBody>
      </p:sp>
      <p:sp>
        <p:nvSpPr>
          <p:cNvPr id="6" name="Text 5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</a:t>
            </a:r>
            <a:endParaRPr lang="en-US" sz="13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8" name="Picture 25" descr="그림 3.3-1. 파일이 있던 폴더의 마우스 오른쪽 메뉴 [속성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051560"/>
            <a:ext cx="5047488" cy="315468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9" name="Shape 6"/>
          <p:cNvSpPr/>
          <p:nvPr/>
        </p:nvSpPr>
        <p:spPr>
          <a:xfrm>
            <a:off x="5760720" y="1463040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6072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1481328"/>
            <a:ext cx="24688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있던 폴더를 마우스 오른쪽 클릭해 [속성] &gt; [이전 버전] 탭을 엽니다.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5760720" y="1903476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3" name="Text 7"/>
          <p:cNvSpPr txBox="1"/>
          <p:nvPr/>
        </p:nvSpPr>
        <p:spPr>
          <a:xfrm>
            <a:off x="5760720" y="19034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6217920" y="192176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지우기 전 날짜의 버전을 선택합니다.</a:t>
            </a:r>
            <a:endParaRPr lang="en-US" sz="1050" dirty="0"/>
          </a:p>
        </p:txBody>
      </p:sp>
      <p:sp>
        <p:nvSpPr>
          <p:cNvPr id="15" name="Shape 6"/>
          <p:cNvSpPr/>
          <p:nvPr/>
        </p:nvSpPr>
        <p:spPr>
          <a:xfrm>
            <a:off x="5760720" y="2324100"/>
            <a:ext cx="329184" cy="329184"/>
          </a:xfrm>
          <a:prstGeom prst="ellipse">
            <a:avLst/>
          </a:prstGeom>
          <a:solidFill>
            <a:srgbClr val="D9661F"/>
          </a:solidFill>
          <a:ln w="12700">
            <a:solidFill>
              <a:srgbClr val="D9661F"/>
            </a:solidFill>
            <a:prstDash val="solid"/>
          </a:ln>
        </p:spPr>
        <p:txBody>
          <a:bodyPr/>
          <a:p/>
        </p:txBody>
      </p:sp>
      <p:sp>
        <p:nvSpPr>
          <p:cNvPr id="16" name="Text 7"/>
          <p:cNvSpPr txBox="1"/>
          <p:nvPr/>
        </p:nvSpPr>
        <p:spPr>
          <a:xfrm>
            <a:off x="5760720" y="23241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8"/>
          <p:cNvSpPr txBox="1"/>
          <p:nvPr/>
        </p:nvSpPr>
        <p:spPr>
          <a:xfrm>
            <a:off x="6217920" y="2342388"/>
            <a:ext cx="2468880" cy="67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[열기]로 내용을 확인한 뒤 필요한 파일을 원래 폴더로 복사합니다. 현재 파일을 덮어쓰지 않도록 다른 이름으로 저장합니다.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지운 파일을 '이전 버전'으로 직접 복원하기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있던 폴더의 마우스 오른쪽 메뉴 [속성]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파일이 있던 폴더를 마우스 오른쪽 클릭해 [속성] &gt; [이전 버전] 탭을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지운 파일이 있던 폴더(예: 3월 판촉)를 마우스 오른쪽 버튼으로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맨 아래 [속성]을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파일이 있던 폴더의 마우스 오른쪽 메뉴 [속성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지운 파일을 '이전 버전'으로 직접 복원하기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[속성] &gt; [이전 버전] 탭. 날짜별 버전 목록과 [열기] 버튼 위치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지우기 전 날짜의 버전을 선택합니다.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위쪽 [이전 버전] 탭을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파일을 지우기 전 날짜의 버전을 고릅니다. 어제 지웠으면 그 전날 밤 버전입니다.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[열기]를 누릅니다. 그 날짜의 폴더가 새 창으로 열립니다.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2. 폴더 [속성] &gt; [이전 버전] 탭. 날짜별 버전 목록과 [열기] 버튼 위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지운 파일을 '이전 버전'으로 직접 복원하기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버전 창에서 필요한 파일 복사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[열기]로 내용을 확인한 뒤 필요한 파일을 원래 폴더로 복사합니다. 현재 파일을 덮어쓰지 않도록 다른 이름으로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열린 창에서 필요한 파일을 찾아 마우스 오른쪽 버튼으로 누릅니다. 먼저 열어서 내용을 확인해도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[복사]를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3. 이전 버전 창에서 필요한 파일 복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3.3 화면 따라하기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지운 파일을 '이전 버전'으로 직접 복원하기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폴더에 붙여넣고 다른 이름으로 저장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607376"/>
            <a:ext cx="3108960" cy="101034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698816"/>
            <a:ext cx="2834640" cy="82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이름의 현재 파일을 덮어쓰지 않습니다. 원하는 날짜가 목록에 없으면 3.4에 따라 복구를 요청합니다.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6437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8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[열기]로 내용을 확인한 뒤 필요한 파일을 원래 폴더로 복사합니다. 현재 파일을 덮어쓰지 않도록 다른 이름으로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원래 폴더에서 Ctrl + V로 붙여 넣고, 이름 끝에 _복원을 붙여 다른 이름으로 바꿉니다.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4. 원래 폴더에 붙여넣고 다른 이름으로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신청 전 준비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삭제한 파일 복구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029968" y="98755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029968" y="987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주체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처리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31536" y="987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31536" y="987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부서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95744" y="987552"/>
            <a:ext cx="159105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095744" y="9875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1764485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158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신청합니다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버전으로 직접 복원할 수 없다.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전체를 지웠다.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273245"/>
            <a:ext cx="4023360" cy="1344474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94360" y="3364685"/>
            <a:ext cx="3749040" cy="116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대상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폴더에 접근 권한이 있는 사람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417320"/>
            <a:ext cx="4023360" cy="1464405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800600" y="1508760"/>
            <a:ext cx="3749040" cy="12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준비할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파일·폴더 경로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지운 날짜·시각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2973165"/>
            <a:ext cx="4023360" cy="1644554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800600" y="3064605"/>
            <a:ext cx="3749040" cy="146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시 알려 주실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번호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지운 시각</a:t>
            </a:r>
            <a:endParaRPr lang="en-US" sz="105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FAQ: </a:t>
            </a:r>
            <a:pPr indent="0" marL="0"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FAQ-034</a:t>
            </a:r>
            <a:endParaRPr lang="en-US" sz="105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신청 방법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삭제한 파일 복구 요청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340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방법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&gt; IT 요청 &gt; 파일 복구 신청에 경로와 지운 시각을 적어 제출합니다. 급하면 IT 헬프데스크(내선 1000)로 전화합니다.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안내를 받으면 파일을 열어 확인합니다.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5577840" y="1051560"/>
            <a:ext cx="3108960" cy="107575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15000" y="1143000"/>
            <a:ext cx="2834640" cy="89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없음 (접수 후 시스템인프라팀 처리)</a:t>
            </a:r>
            <a:endParaRPr lang="en-US" sz="1050" dirty="0"/>
          </a:p>
        </p:txBody>
      </p:sp>
      <p:sp>
        <p:nvSpPr>
          <p:cNvPr id="9" name="Shape 9"/>
          <p:cNvSpPr/>
          <p:nvPr/>
        </p:nvSpPr>
        <p:spPr>
          <a:xfrm>
            <a:off x="5577840" y="2218750"/>
            <a:ext cx="3108960" cy="1251281"/>
          </a:xfrm>
          <a:prstGeom prst="roundRect">
            <a:avLst>
              <a:gd name="adj" fmla="val 8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10" name="Text 10"/>
          <p:cNvSpPr txBox="1"/>
          <p:nvPr/>
        </p:nvSpPr>
        <p:spPr>
          <a:xfrm>
            <a:off x="5715000" y="2310190"/>
            <a:ext cx="2834640" cy="106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기간과 결과 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 안에 스냅샷에서 복구된다. 스냅샷은 30일간 보관하므로 30일이 지난 파일은 복구할 수 없다.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577840" y="3561472"/>
            <a:ext cx="3108960" cy="1056247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5715000" y="3652912"/>
            <a:ext cx="2834640" cy="87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반려되는 경우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30일이 지났거나 개인 PC에만 있던 파일은 복구할 수 없다.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삭제한 파일 복구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복구 신청 양식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급하면 IT 헬프데스크(내선 1000)로 전화합니다.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&gt; IT 요청 &gt; 파일 복구 신청에 경로와 지운 시각을 적어 제출합니다. 급하면 IT 헬프데스크(내선 1000)로 전화합니다.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파일이나 폴더가 있던 경로를 적습니다. 탐색기 주소 표시줄에서 복사해 붙여 넣으면 정확합니다.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 이름(폴더면 폴더 이름)을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지운 날짜와 대략의 시각을 적습니다.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[제출]을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1. 파일 복구 신청 양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조치 방법 · 3.4 화면 따라하기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삭제한 파일 복구 요청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요청 내역에서 복구 결과 확인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후 1영업일 안에 스냅샷에서 복구됩니다.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안내를 받으면 파일을 열어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상태가 '처리 완료'가 되면 원래 경로에서 파일을 열어 확인합니다.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2. IT 요청 내역에서 복구 결과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자주 묻는 질문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드라이브가 열리지 않아요. (FAQ-033)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VPN 연결 상태(재택 시)를 확인한 뒤, 탐색기에서 드라이브 연결을 끊고 다시 연결하세요. 팀 전체가 안 되면 서비스데스크로 즉시 신고하세요.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3"/>
          <p:cNvSpPr txBox="1"/>
          <p:nvPr/>
        </p:nvSpPr>
        <p:spPr>
          <a:xfrm>
            <a:off x="4800600" y="116128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실수로 파일을 지웠어요. (FAQ-034)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드라이브는 매일 스냅샷을 보관합니다(30일). 폴더 마우스 오른쪽 클릭 &gt; '이전 버전'에서 직접 복원할 수 있으며, 안 되면 경로와 삭제 시각을 적어 요청하세요.</a:t>
            </a:r>
            <a:endParaRPr lang="en-US" sz="12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 · 6. 문의처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문의처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주의사항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파일은 개인 PC가 아니라 공유 드라이브에 저장한다. 개인 PC의 파일은 복구할 수 없다.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버전을 복원할 때 현재 파일을 덮어쓰지 않도록 다른 이름으로 저장한다.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 경로와 자료를 외부에 공유하지 않는다.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문의처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접수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헬프데스크 내선 1000 (평일 09:00~18:00)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메신저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#it-helpdesk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it-helpdesk@hanwha-ict.example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문서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IT-ACS-001 사내 시스템 접근권한 신청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 사내 시스템 장애 신고·이관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IT-NET-001 VPN 접속 장애 대응 가이드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IT-STD-001 IT 서비스 운영 기준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드라이브의 파일 상태를 매일 저장해 둔 복사본. 30일 보관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이전 버전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스냅샷에 저장된 날짜별 파일·폴더 상태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 드라이브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폴더를 탐색기에서 드라이브처럼 연결한 것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01_사용자 가이드 A_장애 대응 템플릿</dc:title>
  <dc:subject>PptxGenJS Presentation</dc:subject>
  <dc:creator>PptxGenJS</dc:creator>
  <cp:lastModifiedBy>PptxGenJS</cp:lastModifiedBy>
  <cp:revision>1</cp:revision>
  <dcterms:created xsi:type="dcterms:W3CDTF">2026-10-08T16:02:03Z</dcterms:created>
  <dcterms:modified xsi:type="dcterms:W3CDTF">2026-10-08T16:02:03Z</dcterms:modified>
</cp:coreProperties>
</file>