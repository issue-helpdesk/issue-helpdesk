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IT-SYS-007  인사·근태 문의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인사·근태 문의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IT-SYS-007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안내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IT-SYS-007-M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연차, 연차 잔여일수가 이상해요, 근태, 근태 기록 누락, 출근 기록 누락, 근태 정정 요청, 근태 반영 지연 문의, 다음 날 반영, 반차 중복 차감, 출입 게이트, 급여명세서 조회 불가, 인사시스템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인사시스템에서 연차·근태 기록을 확인하는 방법과, 기록이 누락되거나 잘못됐을 때 정정을 요청하는 방법을 안내한다.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인사시스템의 근태·연차 기록에 해당한다. 급여·휴가 규정 자체에 대한 문의는 인사팀에 한다. 인사시스템 메뉴 권한은 IT-ACS-001을 본다.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시스템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시작 전 확인 사항 · 3. 항목별 사용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확인 사항 · 작업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시작 전 확인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기록은 다음 날 오전에 반영된다. 오늘 기록은 다음 날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 이상 차이가 나면 정정 요청을 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메뉴에 들어가지 못하면 권한 문제다. IT-ACS-001을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사내망 또는 VPN에 연결해야 인사시스템에 접속할 수 있다.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작업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인사시스템에서 연차 잔여일수와 근태 기록 확인하기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출근 기록이 누락됐을 때 근태 정정 요청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신청·승인 후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연차 잔여일수가 실제와 다를 때 정정 요청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신청·승인 후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직원의 근태가 하루 넘게 반영되지 않을 때 확인 요청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시작하기 전에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보는 법: 그룹웨어 첫 화면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3-0.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화면. 이 문서에서 자주 쓰는 위치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문서의 화면에서 빨간 네모는 누르거나 볼 곳이고, 번호는 오른쪽 설명 번호와 같습니다.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 안내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공지사항: 시스템 장애가 생기면 '장애' 표시가 붙은 공지가 맨 위에 올라옵니다.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헬프데스크: 전화 내선 1000, 메신저 #it-helpdesk 채널. 막히면 여기로 문의합니다.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업무 시스템 바로가기: ERP, 인사시스템, PMS, BI 분석, 메신저로 들어갑니다.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IT 요청: 그룹 메일, 권한, 파일 복구 같은 신청서를 내는 곳입니다.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-0. 그룹웨어 첫 화면. 이 문서에서 자주 쓰는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3.1 준비와 확인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FAQ-028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사용합니다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근태가 제대로 기록됐는지 확인하고 싶다.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연차 일수를 확인하고 싶다.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1546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것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사내망 또는 VPN 연결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066408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88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기록과 연차 잔여일수를 확인했으면 완료된 것이다.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2575168"/>
            <a:ext cx="4023360" cy="2042551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2666608"/>
            <a:ext cx="3749040" cy="1859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될 때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 이상 지나도 기록이 없으면 3.2에 따라 정정을 요청한다.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 잔여일수가 실제와 다르면 3.3에 따라 정정을 요청한다.</a:t>
            </a:r>
            <a:endParaRPr lang="en-US" sz="12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3.1 따라하기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4"/>
          <p:cNvSpPr txBox="1"/>
          <p:nvPr/>
        </p:nvSpPr>
        <p:spPr>
          <a:xfrm>
            <a:off x="45720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로그인 화면</a:t>
            </a:r>
            <a:endParaRPr lang="en-US" sz="950" dirty="0"/>
          </a:p>
        </p:txBody>
      </p:sp>
      <p:sp>
        <p:nvSpPr>
          <p:cNvPr id="6" name="Text 5"/>
          <p:cNvSpPr txBox="1"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8" name="Picture 25" descr="그림 3.1-1. 인사시스템 로그인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051560"/>
            <a:ext cx="5047488" cy="31546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Shape 6"/>
          <p:cNvSpPr/>
          <p:nvPr/>
        </p:nvSpPr>
        <p:spPr>
          <a:xfrm>
            <a:off x="5760720" y="1463040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6072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인사시스템에 로그인합니다.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5760720" y="1883664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3" name="Text 7"/>
          <p:cNvSpPr txBox="1"/>
          <p:nvPr/>
        </p:nvSpPr>
        <p:spPr>
          <a:xfrm>
            <a:off x="576072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6217920" y="1901952"/>
            <a:ext cx="246888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[근태] 메뉴 (가상)에서 날짜별 출퇴근 기록을 확인합니다.</a:t>
            </a:r>
            <a:endParaRPr lang="en-US" sz="1050" dirty="0"/>
          </a:p>
        </p:txBody>
      </p:sp>
      <p:sp>
        <p:nvSpPr>
          <p:cNvPr id="15" name="Shape 6"/>
          <p:cNvSpPr/>
          <p:nvPr/>
        </p:nvSpPr>
        <p:spPr>
          <a:xfrm>
            <a:off x="5760720" y="2324100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6" name="Text 7"/>
          <p:cNvSpPr txBox="1"/>
          <p:nvPr/>
        </p:nvSpPr>
        <p:spPr>
          <a:xfrm>
            <a:off x="5760720" y="23241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8"/>
          <p:cNvSpPr txBox="1"/>
          <p:nvPr/>
        </p:nvSpPr>
        <p:spPr>
          <a:xfrm>
            <a:off x="6217920" y="2342388"/>
            <a:ext cx="246888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[연차] 메뉴 (가상)에서 잔여일수를 확인합니다.</a:t>
            </a:r>
            <a:endParaRPr lang="en-US" sz="1050" dirty="0"/>
          </a:p>
        </p:txBody>
      </p:sp>
      <p:sp>
        <p:nvSpPr>
          <p:cNvPr id="18" name="Shape 6"/>
          <p:cNvSpPr/>
          <p:nvPr/>
        </p:nvSpPr>
        <p:spPr>
          <a:xfrm>
            <a:off x="5760720" y="2764536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9" name="Text 7"/>
          <p:cNvSpPr txBox="1"/>
          <p:nvPr/>
        </p:nvSpPr>
        <p:spPr>
          <a:xfrm>
            <a:off x="5760720" y="2764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8"/>
          <p:cNvSpPr txBox="1"/>
          <p:nvPr/>
        </p:nvSpPr>
        <p:spPr>
          <a:xfrm>
            <a:off x="6217920" y="2782824"/>
            <a:ext cx="246888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기록은 다음 날 오전에 반영되므로 다음 날 다시 확인합니다.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3.1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로그인 화면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인사시스템에 로그인합니다.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사번을 입력합니다. 그룹웨어 첫 화면 [업무 시스템 바로가기] &gt; [인사시스템]으로 들어오면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통합 계정 비밀번호를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[로그인]을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인사시스템 로그인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3.1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근태 조회 화면. 날짜별 출퇴근 기록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[근태] 메뉴 (가상)에서 날짜별 출퇴근 기록을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위쪽 [근태] 메뉴를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날짜별 출근·퇴근 시각을 봅니다. 어제 기록이 '반영 완료'면 정상입니다.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2. 인사시스템 근태 조회 화면. 날짜별 출퇴근 기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3.1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연차 현황. 잔여일수 위치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[연차] 메뉴 (가상)에서 잔여일수를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위쪽 [연차] 메뉴를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'잔여' 칸에서 남은 연차 일수를 봅니다. 아래 표에서 사용 내역도 볼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3. 인사시스템 연차 현황. 잔여일수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3.1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기록은 '반영 대기'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 이상 지나도 기록이 없으면 3.2, 연차가 실제와 다르면 3.3에 따라 정정을 요청합니다.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기록은 다음 날 오전에 반영되므로 다음 날 다시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기록은 '반영 대기'로 나옵니다. 다음 날 오전에 반영되므로 내일 다시 확인합니다.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오늘 기록은 '반영 대기'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3.2 신청 전 준비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신청·승인 후 처리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후 1영업일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1764485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58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신청합니다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출근 기록이 누락되어 있다.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 이상 지나도 근태가 반영되지 않았다.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73245"/>
            <a:ext cx="4023360" cy="1344474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364685"/>
            <a:ext cx="3749040" cy="116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대상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(소속 팀장 승인 필요)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600975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1418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누락된 날짜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출퇴근 시각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3109735"/>
            <a:ext cx="4023360" cy="1507984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3201175"/>
            <a:ext cx="3749040" cy="132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번호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누락된 날짜</a:t>
            </a:r>
            <a:endParaRPr lang="en-US" sz="10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FAQ-028</a:t>
            </a:r>
            <a:endParaRPr lang="en-US" sz="105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3.2 신청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&gt; 근태 정정 요청을 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실제 시각, 사유를 적어 제출합니다.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팀장이 승인하면 반영됩니다.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30574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112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팀장 승인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업무시스템팀이 근태 데이터를 다시 수집해 반영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448748"/>
            <a:ext cx="3108960" cy="1038765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540188"/>
            <a:ext cx="2834640" cy="8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기간과 결과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승인 후 1영업일 안에 반영된다. 반영 여부는 3.1에 따라 확인한다.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578954"/>
            <a:ext cx="3108960" cy="1038765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670394"/>
            <a:ext cx="2834640" cy="8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반려되는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사유가 없거나 실제 시각이 확인되지 않으면 반려된다.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3.2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조회 화면에서 출근 기록이 누락된 날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출근했는데 '기록 없음'으로 나오고 이틀 이상 지나도 바뀌지 않습니다.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1. 근태 조회 화면에서 출근 기록이 누락된 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3.2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근태 정정 요청 화면. 날짜, 시각, 사유 입력란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사유가 없거나 실제 시각이 확인되지 않으면 반려됩니다.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실제 시각, 사유를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위쪽 [근태 정정 요청]을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정정 구분을 '출근 기록 누락'으로 고르고 날짜를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실제 출근(퇴근) 시각을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사유를 적습니다. 실제 시각을 확인할 수 있게 구체적으로 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[제출]을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2. 인사시스템 근태 정정 요청 화면. 날짜, 시각, 사유 입력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3.2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정정 요청 진행 상태 확인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여부는 3.1처럼 [근태]에서 확인합니다.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팀장이 승인하면 반영됩니다.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요청 내역에서 진행 상태를 봅니다. 팀장이 승인하면 1영업일 안에 반영됩니다.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정정 요청 진행 상태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3.3 신청 전 준비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신청·승인 후 처리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후 1영업일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1900367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717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신청합니다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인사시스템의 연차 잔여일수가 실제보다 적게 나온다.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반차가 두 번 차감된 것 같다.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409127"/>
            <a:ext cx="4023360" cy="1208592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500567"/>
            <a:ext cx="3749040" cy="102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대상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(인사팀 확인 필요)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464405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128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차이가 나는 날짜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쓴 연차·반차 내역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973165"/>
            <a:ext cx="4023360" cy="1644554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3064605"/>
            <a:ext cx="3749040" cy="146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번호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 나는 날짜</a:t>
            </a:r>
            <a:endParaRPr lang="en-US" sz="10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FAQ-028</a:t>
            </a:r>
            <a:endParaRPr lang="en-US" sz="105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3.3 신청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&gt; 근태 정정 요청에서 '연차 보정'이라고 적고 날짜와 실제 사용 내역을 적어 제출합니다.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인사팀이 사용 내역을 확인합니다.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17425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9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 확인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업무시스템팀이 연차 데이터 보정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317251"/>
            <a:ext cx="3108960" cy="1104514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408691"/>
            <a:ext cx="2834640" cy="92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기간과 결과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 확인 후 1영업일 안에 잔여일수가 보정된다.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513205"/>
            <a:ext cx="3108960" cy="1104514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604645"/>
            <a:ext cx="2834640" cy="92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반려되는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사용 내역과 시스템 기록이 같으면 정정되지 않는다.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3.3 화면 따라하기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 사용 내역에서 반차가 두 번 차감된 경우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날 같은 반차가 두 줄로 나옵니다.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잔여일수가 실제보다 0.5일 적습니다.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연차 사용 내역에서 반차가 두 번 차감된 경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3.3 화면 따라하기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정정 요청에서 '연차 보정' 요청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인사팀이 사용 내역을 확인한 뒤 1영업일 안에 잔여일수가 보정됩니다.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&gt; 근태 정정 요청에서 '연차 보정'이라고 적고 날짜와 실제 사용 내역을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[근태 정정 요청]에서 정정 구분을 '연차 보정'으로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차이가 나는 날짜를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실제로 쓴 연차·반차 내역을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[제출]을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근태 정정 요청에서 '연차 보정' 요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3.4 신청 전 준비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여러 직원의 근태가 하루 넘게 반영되지 않을 때 확인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1733303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550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신청합니다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직원에게서 어제 근태가 아직 반영되지 않았다는 문의가 들어온다.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42063"/>
            <a:ext cx="4023360" cy="1375656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333503"/>
            <a:ext cx="3749040" cy="119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대상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 또는 부서 근태 담당자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300636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1117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반영되지 않은 날짜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부서와 인원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809396"/>
            <a:ext cx="4023360" cy="1808323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2900836"/>
            <a:ext cx="3749040" cy="162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일시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반영되지 않은 날짜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인원</a:t>
            </a:r>
            <a:endParaRPr lang="en-US" sz="10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FAQ-028</a:t>
            </a:r>
            <a:endParaRPr lang="en-US" sz="105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3.4 신청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여러 직원의 근태가 하루 넘게 반영되지 않을 때 확인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1000)로 알리거나 #it-helpdesk 채널에 날짜와 대상 인원을 남깁니다.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안내를 받으면 직원들에게 다시 확인하도록 알립니다.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27079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44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없음 (접수 후 업무시스템팀 처리)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70079"/>
            <a:ext cx="3108960" cy="13319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61519"/>
            <a:ext cx="2834640" cy="114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기간과 결과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 안에 근태 연동 작업을 다시 실행해 반영한다. 근태는 원래 다음 날 반영이 기준이다.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93420"/>
            <a:ext cx="3108960" cy="1124299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84860"/>
            <a:ext cx="2834640" cy="941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반려되는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지나지 않은 기록은 정상 반영 대기 중이므로 처리 대상이 아니다.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항목별 사용 방법 · 3.4 화면 따라하기 (1/1)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여러 직원의 근태가 하루 넘게 반영되지 않을 때 확인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여러 직원 근태 미반영 알리기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안내를 받으면 직원들에게 다시 확인하도록 알립니다. 하루가 지나지 않은 기록은 정상 대기 중입니다.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1000)로 알리거나 #it-helpdesk 채널에 날짜와 대상 인원을 남깁니다.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반영되지 않은 날짜와 대상 부서·인원을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IT 헬프데스크 내선 1000으로 전화해도 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1. 메신저 #it-helpdesk 채널에 여러 직원 근태 미반영 알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연차·근태 기록이 이상해요. (FAQ-028)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기록은 다음 날 오전에 반영됩니다. 이틀 이상 차이가 나면 인사시스템 &gt; 근태 정정 요청을 이용하세요.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근태를 대신 정정하지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화면을 캡처해 외부에 공유하지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급여·휴가 규정에 대한 문의는 인사팀에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IT-ACS-001 사내 시스템 접근권한 신청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IT-SYS-001 그룹웨어·ERP 이용 오류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근태 연동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출입 게이트 기록을 인사시스템 근태로 옮기는 작업. 다음 날 오전에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근태 정정 요청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누락되거나 잘못된 근태 기록을 고쳐 달라고 신청하는 인사시스템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IT-SYS-007 인사·근태 문의 가이드</dc:title>
  <dc:subject>PptxGenJS Presentation</dc:subject>
  <dc:creator>업무시스템팀</dc:creator>
  <cp:lastModifiedBy>업무시스템팀</cp:lastModifiedBy>
  <cp:revision>1</cp:revision>
  <dcterms:created xsi:type="dcterms:W3CDTF">2026-10-08T16:02:03Z</dcterms:created>
  <dcterms:modified xsi:type="dcterms:W3CDTF">2026-10-08T16:02:03Z</dcterms:modified>
</cp:coreProperties>
</file>