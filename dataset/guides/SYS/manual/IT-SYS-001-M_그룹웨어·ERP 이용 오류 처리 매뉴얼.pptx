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IT-SYS-001-M  그룹웨어·ERP 이용 오류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그룹웨어·ERP 이용 오류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IT-SYS-001-M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IT-SYS-001-M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SYS-01, SYS-02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FAQ-027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오류(SYS-01)와 개인 단위 ERP 오류(SYS-02) 문의를 접수·판단·처리하는 내부 절차를 정한다. 사용자 안내는 IT-SYS-001을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첨부파일명·브라우저 캐시 안내, 마감 여부 확인 후 업무시스템팀 배정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업무시스템팀(L2): 조직도 수동 동기화, 회계기간 임시 오픈(재무팀 확인), ERP 권한 재매핑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 L2 · ERP 영역 (SYS-02)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 L2 · 전자결재·권한 영역 (SYS-01)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그룹웨어 관리 콘솔, 조직도 동기화 화면, ERP 관리 화면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전자결재 상신 오류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결재선 이전 부서 표시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회계기간 마감 전표 저장 불가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조회 화면 흰 화면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후 ERP 지급 처리 불가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당일 건은 P2를 유지하고 당일 처리한다.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ERP 오류가 여러 부서에서 동시에 접수되면 SYS-03(P1)으로 전환하고 IT-SYS-003-M을 따른다.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ERP가 느리기만 하면 IT-SYS-002-M으로 분류한다.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 특수문자가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마감 건인가요?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메시지는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첨부파일명 특수문자면 파일명 변경 안내로 해결하고 티켓을 바로 완료한다.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파일명을 바꿔도 오류가 나면 업무시스템팀이 서버 로그를 확인한다.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관리 콘솔에서 상신 오류 로그를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업로드 실패면 파일명 변경 후 재상신을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상신을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"첨부파일 이름의 특수문자를 지우고 다시 상신해 주세요. 정상 처리된 것을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첨부파일명 특수문자 자동 치환 기능 요청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작성 화면. 첨부파일 이름에 특수문자가 있을 때 상신하면 오류가 뜬다.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파일을 그대로 다시 상신해도 같은 오류가 납니다. 파일 이름부터 고칩니다.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첨부파일 이름에 #, %, &amp; 같은 특수문자가 들어 있습니다. 이 예에서는 #과 &amp;입니다.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[상신]을 누르면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화면 위에 '처리 중 오류가 발생했습니다'가 뜨고 문서가 올라가지 않습니다.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1. 전자결재 작성 화면. 첨부파일 이름에 특수문자가 있을 때 상신하면 오류가 뜬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탐색기에서 첨부할 파일의 이름 바꾸기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위치를 모르면 결재 문서에 첨부하려던 폴더(보통 '문서' 또는 '다운로드')를 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이름에서 #, %, &amp; 같은 특수문자를 지우거나 바꿉니다.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탐색기에서 첨부할 파일을 찾아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메뉴에서 [이름 바꾸기]를 누릅니다. 파일을 한 번 누르고 F2 키를 눌러도 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파일 탐색기에서 첨부할 파일의 이름 바꾸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특수문자를 밑줄(_)로 바꾼 새 파일 이름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끝의 .xlsx, .pdf 같은 확장자는 지우지 않습니다.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이름에서 #, %, &amp; 같은 특수문자를 지우거나 바꿉니다.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#, %, &amp;, ( ) 같은 기호를 지우거나 밑줄(_)로 바꿔 입력하고 Enter를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예: 견적서_#3차(최종)&amp;수정.xlsx → 견적서_3차_최종_수정.xlsx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특수문자를 밑줄(_)로 바꾼 새 파일 이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(4/6)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작성 화면의 첨부파일 목록. 예전 파일을 지우고 새로 첨부한다.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첨부파일 칸으로 끌어다 놓아도 첨부됩니다.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다시 첨부합니다.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첨부파일 목록에서 예전 이름의 파일 오른쪽 X를 눌러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[파일 첨부]를 누르고, 이름을 바꾼 파일을 골라 [열기]를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전자결재 작성 화면의 첨부파일 목록. 예전 파일을 지우고 새로 첨부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(5/6)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이름으로 첨부된 파일과 [상신] 버튼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상신합니다.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첨부파일 목록에 새 이름이 보이는지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오른쪽 위 [상신]을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5. 새 이름으로 첨부된 파일과 [상신] 버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(6/6)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3.1-6.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 진행 목록에 올라간 문서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보이면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상신 후 결재 진행 목록에 문서가 보이면 해결된 것이다.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방금 상신한 문서가 목록 맨 위에 '진행 중'으로 보입니다.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왼쪽 메뉴 [결재 진행]에서 언제든 다시 확인할 수 있습니다.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6. 결재 진행 목록에 올라간 문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 대상자는 누구이며 발령일은 언제인가요?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처리해야 하나요?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당일 처리가 필요하면 티켓으로 조직도를 수동 동기화한다.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급하지 않으면 다음 날 오전 6시 자동 동기화를 안내한다.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발령 정보를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조직도를 수동으로 동기화한다.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결재선에 새 부서가 표시되는지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"조직도를 동기화했습니다. 결재선을 다시 지정해 상신해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첨부파일명 특수문자 자동 치환 기능 요청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 지정 창. 부서를 옮긴 팀장님이 이전 부서 아래에 보인다.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조직도는 매일 오전 6시에 인사 발령을 반영합니다. 발령 당일에는 이렇게 보일 수 있습니다.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조직도에서 팀장님이 아직 이전 부서(영업1팀) 아래에 있습니다.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결재선에도 이전 부서로 들어가서 결재선 지정이나 상신이 되지 않습니다.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결재선 지정 창. 부서를 옮긴 팀장님이 이전 부서 아래에 보인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오전 6시 이후 결재선 지정 창. 새 부서로 표시된다.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발령 다음 날 오전 6시 이후에 결재선을 다시 지정합니다.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발령 다음 날 오전 6시 이후에 [결재선 지정]을 다시 열고 검색창에 이름을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새 부서(영업기획팀) 아래에 이름이 보이는지 확인하고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[추가 ▶]를 눌러 결재선에 넣습니다.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[확인]을 누른 뒤 문서를 상신합니다.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다음 날 오전 6시 이후 결재선 지정 창. 새 부서로 표시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결재선 오류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꼭 처리해야 하면 마감 시각을 적습니다. 담당자가 조직도를 바로 동기화합니다.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처리해야 하면 헬프데스크에 문의합니다. 담당자가 조직도를 수동으로 동기화합니다.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메신저 #it-helpdesk 채널에 결재선 오류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담당자의 동기화 완료 안내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결재선에 새 부서가 보이고 상신되면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안내를 받으면 결재선을 다시 지정하고 상신합니다.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담당자가 동기화를 마쳤다고 답하면,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단계 1처럼 결재선을 다시 지정하고 상신합니다.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담당자의 동기화 완료 안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날짜와 회계기간은 언제인가요?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재무팀과 협의했나요?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날짜 오류면 수정 안내로 끝낸다.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기간 저장이 필요하면 재무팀 확인 후 티켓으로 해당 기간을 임시 오픈한다.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재무팀에 기간 오픈 여부를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승인되면 해당 회계기간을 임시로 연다.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저장을 확인하고 기간을 다시 닫는다.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"재무팀 확인 후 해당 회계기간을 임시로 열었습니다. 전표를 저장한 뒤 알려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전표 입력 화면. 마감된 달의 날짜로 저장하면 안내 창이 뜬다.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[저장]을 누르면 '회계기간이 마감되었습니다' 창이 뜹니다.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전표일자가 이미 마감된 달(이 예에서는 2월)로 되어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ERP 전표 입력 화면. 마감된 달의 날짜로 저장하면 안내 창이 뜬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전표일자를 고친 뒤 저장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날짜는 맞는데 마감된 달로 꼭 넣어야 하면 고치지 말고 다음 단계로 갑니다.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날짜가 맞는지 확인합니다. 날짜를 잘못 넣었으면 고쳐서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안내 창의 [확인]을 누르고, 전표일자가 맞는지 봅니다. 잘못 넣었으면 실제 거래일로 고칩니다 (예: 2026-03-10).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[저장]을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전표일자를 고친 뒤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회계기간 오픈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재무팀이 확인한 뒤 업무시스템팀이 그 기간을 잠시 엽니다. 재무팀이 승인하지 않으면 다음 달로 처리합니다.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마감된 기간에 꼭 저장해야 하면 헬프데스크에 문의합니다. 재무팀 확인을 거쳐 업무시스템팀이 해당 기간을 임시로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메신저 #it-helpdesk 채널에 회계기간 오픈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열린 뒤 저장된 전표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전표가 저장되면 해결된 것입니다. 저장한 뒤 담당자에게 알려 주면 기간을 다시 닫습니다.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열렸다는 안내를 받으면 전표를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기간이 열렸다는 안내를 받으면 같은 전표를 다시 [저장]합니다. 전표번호가 자동으로 생깁니다.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'저장되었습니다'가 뜨면 끝입니다.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4. 기간이 열린 뒤 저장된 전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메뉴인가요?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캐시를 지워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캐시 삭제 안내로 해결되면 티켓을 바로 완료한다.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명이 같은 메뉴에서 같으면 화면 배포 문제로 보고 업무시스템팀이 확인한다.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 삭제를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메뉴가 정상으로 열리는지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"브라우저 캐시를 지운 뒤 화면이 정상으로 열리는 것을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거래처 조회 화면이 하얗게만 나오는 증상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브라우저에 쌓인 임시 파일(캐시)이 꼬였을 때 자주 생깁니다.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 메뉴에서 [거래처 조회]를 눌렀는데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오른쪽 화면이 하얗게만 나옵니다. 다른 메뉴는 정상으로 열립니다.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1. ERP 거래처 조회 화면이 하얗게만 나오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인터넷 사용 기록 삭제 창. '캐시된 이미지 및 파일'을 선택하고 [데이터 삭제]를 누른다.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'쿠키'는 체크하지 않아도 됩니다. 체크하면 여러 사이트에서 다시 로그인해야 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브라우저에서 인터넷 사용 기록 삭제(Ctrl+Shift+Delete)를 열어 캐시를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화면에서 키보드의 Ctrl + Shift + Delete를 함께 누릅니다. 오른쪽 위 ⋮ 메뉴 &gt; 인터넷 사용 기록 삭제로 열어도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기간을 '전체 기간'으로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'캐시된 이미지 및 파일'만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[데이터 삭제]를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브라우저 인터넷 사용 기록 삭제 창. '캐시된 이미지 및 파일'을 선택하고 [데이터 삭제]를 누른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창 닫기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브라우저를 모두 닫았다가 다시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오른쪽 위 X를 눌러 창을 닫습니다. 브라우저 창이 여러 개 열려 있으면 모두 닫습니다.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작업 표시줄에서 브라우저를 다시 엽니다.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3. 브라우저 창 닫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로그인 화면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ERP에 다시 로그인해 화면을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사번을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통합 계정 비밀번호를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[로그인]을 누른 뒤 [거래처 조회]를 다시 엽니다.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4. ERP 로그인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정상으로 열린 거래처 조회 화면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607376"/>
            <a:ext cx="3108960" cy="101034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698816"/>
            <a:ext cx="2834640" cy="827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캐시를 지워도 하얗게 나오거나, 같은 팀 여러 명이 같은 화면에서 같으면 헬프데스크에 알립니다.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6437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8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화면이 정상으로 보이면 해결된 것이다.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거래처 목록이 보이면 해결된 것입니다.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5. 정상으로 열린 거래처 조회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 안 되나요? (업데이트 이후인가요?)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같은가요?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권한 문제로 보고 티켓으로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같으면 업데이트 배포 문제로 묶어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관리 화면에서 지급 모듈 권한 매핑을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누락된 권한을 다시 매핑한다.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처리를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"지급 기능 권한을 다시 연결했습니다. 대금 지급을 다시 처리해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ERP 대금 지급 화면. [지급 처리]가 눌리지 않는다.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지급할 건을 골라도 [지급 처리] 버튼이 회색으로 눌리지 않습니다.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화면 위에 업데이트 안내가 있으면 업데이트 이후부터 생긴 문제일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1. 업데이트 이후 ERP 대금 지급 화면. [지급 처리]가 눌리지 않는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오른쪽 위 사용자 메뉴의 로그아웃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로그인해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위 내 이름을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[로그아웃]을 누르고 다시 로그인한 뒤 같은 증상인지 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2. ERP 오른쪽 위 사용자 메뉴의 로그아웃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(Windows + Shift + S)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입력창에서 Ctrl + V를 누르면 캡처가 그대로 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문의합니다. 담당자가 권한 설정을 확인해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키보드에서 Windows 키 + Shift + S를 함께 누릅니다. 화면이 어두워집니다.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마우스로 오류가 보이는 부분을 끌어서 고릅니다. 고른 부분이 자동으로 복사됩니다.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화면 캡처 (Windows + Shift + S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 메신저 #it-helpdesk 채널에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여러 명이 같으면 함께 적습니다. 담당자가 지급 권한 설정을 다시 연결합니다.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문의합니다. 담당자가 권한 설정을 확인해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4. 캡처를 붙여 메신저 #it-helpdesk 채널에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ERP가 여러 부서에서 동시에 열리지 않거나 저장되지 않으면 SYS-03 대형 장애로 판단하고 IT-SYS-003-M을 따른다.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1060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IT-SYS-001-M 그룹웨어·ERP 이용 오류 처리 매뉴얼</dc:title>
  <dc:subject>PptxGenJS Presentation</dc:subject>
  <dc:creator>업무시스템팀</dc:creator>
  <cp:lastModifiedBy>업무시스템팀</cp:lastModifiedBy>
  <cp:revision>1</cp:revision>
  <dcterms:created xsi:type="dcterms:W3CDTF">2026-10-08T13:47:03Z</dcterms:created>
  <dcterms:modified xsi:type="dcterms:W3CDTF">2026-10-08T13:47:03Z</dcterms:modified>
</cp:coreProperties>
</file>