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IT-SYS-002-M  사내 시스템 성능 저하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성능 저하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IT-SYS-002-M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IT-SYS-002-M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SYS-02, SYS-05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ERP(SYS-02)와 업무 협업 플랫폼(SYS-05)의 지연·간헐 오류 중 쓸 수는 있는 건을 접수·판단·처리하는 내부 절차를 정한다. 사용자 안내는 IT-SYS-002를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캐시·PC·네트워크·VPN 확인 안내, 영향 범위(개인/팀/전사) 확인 후 업무시스템팀 배정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업무시스템팀(L2): 서버 자원·캐시 설정, 조회 인덱스, 연동 커넥션 풀, 메모리 한도, 연동 배치·API 한도, 업로드 모듈 패치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 L2 · ERP 영역 (SYS-02)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 L2 · 업무 협업 플랫폼 영역 (SYS-05)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협업 플랫폼 모니터링 화면, 연동 배치 관리 화면, ERP 관리 화면 (가상 명칭)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SYS-02, 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ERP·PMS 개인 지연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즉시 처리 후 필요 시 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오후 시간대 PMS 지연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업데이트 후 BI 지연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연동 간헐 끊김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 보고서 생성 중 화면 꺼짐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 매출 수치 오류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BI·PMS 업로드 실패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PMS·메신저 API 한도 초과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쓸 수 없거나 업무가 멈추면 SYS-05(팀 단위)로 IT-SYS-003-M에 따라 처리한다. 여러 부서로 번지면 P1로 올린다.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한 명의 간헐 오류로 업무를 우회할 수 있으면 P3로 접수한다.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업데이트 뒤 여러 팀에서 같은 증상이 나오면 대표 티켓으로 묶는다.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SYS-02, 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옆자리 사람도 느린가요?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사이트도 느린가요?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사무실인가요, 재택인가요?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느리면 캐시·PC·네트워크 확인 안내로 즉시 처리한다.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여러 명이 느리면 티켓으로 업무시스템팀에 배정한다.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삭제와 탭 정리를 안내한다.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자원과 네트워크 상태를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해결되지 않으면 업무시스템팀에 서버 응답 시간을 확인 요청한다.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24191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041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"브라우저 캐시를 정리하고 PC·네트워크 상태를 확인했습니다. 다시 느려지면 시각과 메뉴를 알려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367191"/>
            <a:ext cx="3108960" cy="842567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458631"/>
            <a:ext cx="2834640" cy="659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301199"/>
            <a:ext cx="3108960" cy="1316520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392639"/>
            <a:ext cx="2834640" cy="113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시스템과 메뉴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PC·네트워크 확인 결과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인터넷 사용 기록 삭제 창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'쿠키'는 체크하지 않아도 됩니다. 체크하면 여러 사이트에서 다시 로그인해야 합니다.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캐시를 지우고 브라우저를 다시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화면에서 키보드의 Ctrl + Shift + Delete를 함께 누릅니다. 오른쪽 위 ⋮ 메뉴 &gt; 인터넷 사용 기록 삭제로 열어도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기간을 '전체 기간'으로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'캐시된 이미지 및 파일'만 체크합니다.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[데이터 삭제]를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1. 브라우저 인터넷 사용 기록 삭제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탭과 작업 관리자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않은 문서가 열린 프로그램은 먼저 저장하고 닫습니다.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쓰지 않는 탭과 프로그램을 닫습니다.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브라우저 위쪽 탭 중 지금 쓰지 않는 탭은 X를 눌러 닫습니다.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Ctrl + Shift + Esc로 작업 관리자를 열고, 메모리를 많이 쓰는 안 쓰는 프로그램을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[작업 끝내기]를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2. 브라우저 탭과 작업 관리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ERP와 PMS 등 여러 업무 시스템이 나만 느림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표시줄의 VPN 아이콘과 VPN 연결 창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밖(재택·출장)에서는 VPN이 '연결됨'이어야 사내 시스템이 열립니다.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재택 중이면 VPN 상태를 확인합니다 (IT-NET-001 3.2).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표시줄 오른쪽 아래의 방패 모양 VPN 아이콘을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연결 상태를 봅니다. '연결됨'이면 VPN은 정상입니다.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'연결 안 됨'이면 [연결]을 누르고 통합 계정으로 로그인합니다.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작업 표시줄의 VPN 아이콘과 VPN 연결 창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시쯤 느려지나요?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모두 느린가요?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시간대에 팀 단위로 느리면 티켓으로 서버 자원을 점검한다.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피크 시간대 서버 자원과 캐시 서버 메모리 사용률을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 서버 메모리를 증설하고 만료 정책을 조정한다.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피크 시간대 응답 속도를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"PMS 서버 자원을 늘리고 설정을 조정했습니다. 오후 시간대 속도를 확인해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피크 시간대 자원 사용률 알림 설정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오후 시간대 PMS 작업 화면이 오래 로딩되는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화면을 옮길 때마다 '불러오는 중...'이 오래 떠 있습니다.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작업 표시줄 시계로 느려진 시각을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1. 오후 시간대 PMS 작업 화면이 오래 로딩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팀에 PMS가 느린지 물어보기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느린지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PMS가 느린지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여러 명이 같다고 하면 팀 단위 문제입니다. 다음 단계로 신고합니다.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같은 팀에 PMS가 느린지 물어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사람이 많이 쓰는 오후 시간대에 PMS가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PMS 지연 신고하기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접속할 수 없을 정도가 되면 IT-SYS-003을 따릅니다.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헬프데스크에 신고합니다. 담당자가 서버 자원을 늘리고 설정을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메신저 #it-helpdesk 채널에 PMS 지연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대시보드가 느린가요?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 느려졌으면 티켓으로 조회 성능 설정을 점검한다.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버전 대시보드의 쿼리 실행 계획을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인덱스를 다시 만들고 쿼리 캐시 설정을 복구한다.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속도를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"BI 대시보드 조회 설정을 복구했습니다. 속도를 확인해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전 성능 테스트 체크리스트 추가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(1/2)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 BI 대시보드가 오래 로딩되는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업데이트 안내가 보이고,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대시보드가 1분 넘게 로딩됩니다. 캐시 삭제와 재시작을 해도 같습니다.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업데이트 이후 BI 대시보드가 오래 로딩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(2/2)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업데이트 이후 BI 분석 플랫폼이 크게 느려짐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BI 속도 저하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 느려졌다는 점과 느린 대시보드 이름을 적어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메신저 #it-helpdesk 채널에 BI 속도 저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시쯤 끊기나요?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툴과의 연동인가요?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시간대에 반복되면 티켓으로 연동 게이트웨이를 점검한다.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게이트웨이 연결 수 사용률을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커넥션 풀을 늘리고 타임아웃 값을 조정한다.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피크 시간대 오류를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"연동 설정을 조정했습니다. 바쁜 시간대에도 끊기는지 알려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바쁜 시간대 PMS 작업 상태 저장 중 오류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작업 상태를 바꾸고 저장하면 오류가 뜨거나 창이 꺼집니다.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오류가 난 시각을 작업 표시줄 시계에서 확인해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바쁜 시간대 PMS 작업 상태 저장 중 오류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다시 저장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연달아 누르면 같은 내용이 중복 저장될 수 있습니다.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잠시 뒤 다시 저장합니다.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1~2분 기다린 뒤 [저장]을 한 번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2. 잠시 뒤 다시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바쁜 시간대에 PMS 연동이 잠깐씩 끊기거나 저장 중 오류가 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PMS 간헐 오류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반복되면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3. 메신저 #it-helpdesk 채널에 PMS 간헐 오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보고서를 어떤 조건으로 만드나요?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범위를 나눠 만들어 봤나요?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범위를 나눠도 꺼지면 티켓으로 메모리 한도를 조정한다.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메모리 한도와 보고서 크기를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한도를 올린다.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보고서를 나눠 만드는 방법도 안내한다.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"보고서 메모리 한도를 올렸습니다. 큰 보고서는 기간을 나눠 만들면 더 빠릅니다."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보고서를 만들 때 화면이 꺼지는 증상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기간이 길거나 대상이 많으면 생기기 쉽습니다.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보고서 생성을 누르면 잠시 뒤 화면이 이렇게 바뀌며 꺼집니다.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1. BI 보고서를 만들 때 화면이 꺼지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기간을 나눠 보고서 만들기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나눠 만든 보고서는 엑셀로 내려받아 합칠 수 있습니다.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보고서의 기간이나 범위를 나눠 여러 번 만듭니다.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조회 기간을 3개월 정도로 줄입니다. 예: 2026-01-01 ~ 2026-03-31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[보고서 생성]을 누릅니다. 나머지 기간도 같은 방법으로 나눠 만듭니다.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2. 조회 기간을 나눠 보고서 만들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3.5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BI 보고서를 만들 때마다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3.5-3.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BI 보고서 오류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꺼지면 헬프데스크에 신고합니다. 담당자가 메모리 한도를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5-3. 메신저 #it-helpdesk 채널에 BI 보고서 오류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대시보드의 어떤 날짜 수치인가요?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수치와 비교해 봤나요?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ERP와 다르면 연동 배치 누락으로 보고 티켓으로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배치 관리 화면에서 실패·누락 이력을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누락된 배치를 다시 실행한다.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수치가 ERP와 같은지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"누락된 연동 작업을 다시 실행해 수치를 맞췄습니다."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배치 실패 알림 등록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대시보드의 매출 수치가 0으로 나오는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3월 9일 매출이 0원으로 나옵니다. 새로 고쳐도 그대로입니다.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1. BI 대시보드의 매출 수치가 0으로 나오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기간을 넓혀 다른 날짜와 비교하기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날짜·기간의 수치도 다른지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조회 기간을 1일~10일로 넓힙니다.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날은 정상인데 특정 날짜(3/9)만 비어 있는지 봅니다. 그 날짜를 적어 둡니다.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6-2. 기간을 넓혀 다른 날짜와 비교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3.6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BI 대시보드의 매출 수치가 실제와 다름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3.6-3.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이상한 수치와 날짜를 캡처해 헬프데스크에 신고합니다. 담당자가 연동 작업을 다시 실행합니다.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6-3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시스템에 어떤 형식·크기의 파일을 올리나요?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업데이트 이후부터인가요?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 초과면 공유 드라이브 경로 안내로 우회시키고 티켓으로 안내 문구를 패치한다.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형식 검증 오류면 티켓으로 업로드 모듈을 패치한다.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오류 로그를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모듈이나 용량 초과 안내를 패치한다.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"업로드 오류를 고쳤습니다. 큰 파일은 부서 공유 드라이브 경로로 공유해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산출물 업로드가 실패하는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파일을 올리면 끝까지 진행된 뒤 '업로드 실패'가 나오거나 화면이 꺼집니다.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1. PMS 산출물 업로드가 실패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탐색기에서 파일 크기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크기를 확인합니다. 큰 파일은 부서 공유 드라이브에 올리고 경로를 공유합니다.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탐색기에서 올리려던 파일의 '크기' 열을 봅니다. 수백 MB처럼 큰 파일은 업로드 제한에 걸릴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7-2. 파일 탐색기에서 파일 크기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파일은 부서 공유 드라이브에 올리고 경로 공유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922336"/>
            <a:ext cx="3108960" cy="69538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4013776"/>
            <a:ext cx="2834640" cy="51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메일이나 외부 저장소로 옮기지 않습니다.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77933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596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크기를 확인합니다. 큰 파일은 부서 공유 드라이브에 올리고 경로를 공유합니다.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큰 파일은 부서 공유 드라이브(Z:) 팀 폴더에 복사합니다.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위쪽 주소 표시줄을 누르고 Ctrl + C로 경로를 복사해 PMS 댓글이나 메신저에 붙여 넣습니다.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7-3. 큰 파일은 부서 공유 드라이브에 올리고 경로 공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3.7 사용자 화면 (안내용)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3.7 BI·PMS에 파일을 올리면 실패하거나 화면이 꺼짐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3.7-4.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파일도 실패하면 파일 이름과 화면을 캡처해 헬프데스크에 신고합니다.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7-4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'API 호출 한도 초과' 메시지가 보이나요?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연동한 채널·프로젝트는 무엇인가요?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 초과면 티켓으로 연동 주기와 한도를 조정한다.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계정의 호출량을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배치 주기를 조정하고 호출 한도를 올린다.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동기화를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28607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110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"연동 주기와 호출 한도를 조정했습니다. 동기화가 되는지 확인해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429074"/>
            <a:ext cx="3108960" cy="1048602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520514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사용량 모니터링 항목 추가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569117"/>
            <a:ext cx="3108960" cy="1048602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660557"/>
            <a:ext cx="2834640" cy="865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 (업무시스템팀에서 종결)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사용자 화면 (안내용) (1/3)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외부 연동 화면의 'API 호출 한도 초과' 메시지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연동 화면 위쪽에 'API 호출 한도 초과'가 보이고 메신저 연동 상태가 '실패'입니다.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8-1. PMS 외부 연동 화면의 'API 호출 한도 초과' 메시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사용자 화면 (안내용) (2/3)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[다시 동기화]를 반복해서 누르지 않기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반복해서 누르면 호출 수가 늘어 한도 초과가 더 길어집니다.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연동을 반복해서 다시 시도하지 말고 잠시 기다립니다.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[다시 동기화]를 여러 번 누르지 말고 기다립니다.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2. [다시 동기화]를 반복해서 누르지 않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3.8 사용자 화면 (안내용) (3/3)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 PMS·메신저 연동 시 'API 호출 한도 초과'가 나며 동기화가 실패함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3.8-3.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캡처를 붙여 메신저 #it-helpdesk 채널에 신고하기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캡처해 헬프데스크에 신고합니다. 담당자가 연동 주기와 한도를 조정합니다.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클립 아이콘을 눌러 캡처나 파일을 붙입니다. 캡처는 Ctrl+V로 바로 붙여 넣어도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[전송]을 누릅니다. 담당자가 이 채널이나 개인 대화로 답합니다.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8-3. 캡처를 붙여 메신저 #it-helpdesk 채널에 신고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업무 협업 플랫폼이나 ERP를 쓸 수 없게 되면 SYS-05(팀 단위)·SYS-03으로 전환하고 IT-SYS-003-M을 따른다.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공지사항에 장애 공지를 올리고 30분마다 갱신한다.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원인을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1060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IT-SYS-002-M 사내 시스템 성능 저하 처리 매뉴얼</dc:title>
  <dc:subject>PptxGenJS Presentation</dc:subject>
  <dc:creator>업무시스템팀</dc:creator>
  <cp:lastModifiedBy>업무시스템팀</cp:lastModifiedBy>
  <cp:revision>1</cp:revision>
  <dcterms:created xsi:type="dcterms:W3CDTF">2026-10-08T13:47:03Z</dcterms:created>
  <dcterms:modified xsi:type="dcterms:W3CDTF">2026-10-08T13:47:03Z</dcterms:modified>
</cp:coreProperties>
</file>