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IT-SYS-003-M  사내 시스템 장애 신고·이관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시스템 장애 신고·이관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IT-SYS-003-M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업무시스템팀, 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SYS-03, SYS-05, SYS-09, SYS-16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FAQ-033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전사 장애(SYS-03), 팀 단위 업무 협업 플랫폼 장애(SYS-05), 메일 서버 장애(SYS-09), 파일서버 전사 장애(SYS-16)를 판단하고 대표 티켓으로 묶어 복구·공지·종료하는 내부 절차를 정한다. 사용자 안내는 IT-SYS-003을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다수 접수 판단, 대표 티켓 생성, 같은 증상 문의 연결, 장애 공지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업무시스템팀(L2): ERP·업무 협업 플랫폼 장애 원인 확인과 복구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시스템인프라팀(L2): 메일 서버·파일서버 스토리지 장애 원인 확인과 복구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 L2 · SSO·메일 서버 영역 (SYS-09)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 L2 · 파일서버·복구 영역 (SYS-16)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ERP 영역 (SYS-03)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업무 협업 플랫폼 영역 (SYS-05)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 모니터링 화면, 장애 공지 게시판, ERP DB 관리 화면, 스토리지 관리 콘솔 (가상 명칭)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전사 접속·저장 불가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단위 업무 협업 플랫폼 장애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 서버 전사 장애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파일서버 전사 장애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시스템을 쓸 수 없다는 문의가 서로 다른 부서에서 3건 이상 접수되면 P1로 판단한다.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SYS-05는 팀 단위 P2로 처리하고, 여러 부서로 번지면 P1로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월말 마감일의 ERP 장애는 접수 즉시 P1로 처리한다.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부서가 안 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로딩만 되나요, 저장 시 타임아웃이 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작업이 걸려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접수되면 P1로 보고 업무시스템팀에 바로 연결한다.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안 되면 SYS-02로 분류해 IT-SYS-001-M으로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티켓을 만들고 같은 증상 문의를 연결한다.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DB 잠금 세션과 실행 중인 배치 작업을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배치를 중단하고 잠금 세션을 정리한다. 배치는 야간으로 옮긴다.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공지를 갱신한다.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19469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836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"ERP 장애가 복구되었습니다. 저장하지 못한 작업은 다시 입력해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162469"/>
            <a:ext cx="3108960" cy="8312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253909"/>
            <a:ext cx="2834640" cy="648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월말 배치 작업 야간 스케줄 고정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085135"/>
            <a:ext cx="3108960" cy="1532584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176575"/>
            <a:ext cx="2834640" cy="1349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접수 시각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건수와 부서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(로딩 / 타임아웃)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중이던 배치 작업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로딩만 되다가 시간 초과가 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ERP가 계속 로딩되다가 '요청 시간이 초과되었습니다'가 뜹니다. 저장도 되지 않습니다.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ERP가 로딩만 되다가 시간 초과가 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부서도 같은지 확인하기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부서도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ERP가 되는지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사람, 다른 부서도 같다고 하면 전사 장애일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다른 부서도 같은지 확인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게시판 &gt; 공지사항의 장애 공지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공지가 있으면 따로 신고하지 않아도 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위쪽 [게시판]을 누르면 왼쪽에 [공지사항]이 열립니다.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빨간 '장애' 표시가 붙은 글이 있는지 봅니다. 눌러서 복구 예정 시각을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그룹웨어 게시판 &gt; 공지사항의 장애 공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채널의 고정 공지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있으면 따로 신고하지 않고 복구 안내를 기다립니다.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맨 위 '고정된 공지'에 장애 안내가 있는지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메신저 #it-helpdesk 채널의 고정 공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(5/6)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화면의 IT 헬프데스크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평일 09:00~18:00에 받습니다. 그 밖의 시간에는 메신저 #it-helpdesk 채널에 남깁니다.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IT 헬프데스크(내선 1000)에 전화해 부서와 증상을 알립니다.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첫 화면 오른쪽 'IT 헬프데스크'에 전화번호가 있습니다. 사무실 전화로 내선 1000을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이렇게 말하면 됩니다: "영업기획팀 김하늘입니다. ERP가 10시부터 로딩만 되고 저장이 안 됩니다. 우리 팀과 다른 팀도 모두 같습니다. 오늘 마감 작업이 있습니다."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5. 그룹웨어 첫 화면의 IT 헬프데스크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(6/6)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3.1-6.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저장하지 못한 작업을 메모해 두기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중에는 저장 버튼을 여러 번 누르지 않습니다. 복구 후 중복 전표가 생길 수 있습니다.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저장하지 못한 작업은 따로 적어 두고, 복구 공지 후 다시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저장하지 못한 내용을 메모장 등에 적어 둡니다. 복구 공지가 나오면 그 내용으로 다시 입력합니다.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6. 저장하지 못한 작업을 메모해 두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시스템(PMS / BI / 마케팅 툴)인가요?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접속하지 못하나요?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쓸 수 없으면 P2 티켓으로 업무시스템팀에 바로 연결한다.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부서로 번지면 P1로 올리고 대표 티켓으로 묶는다.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느리지만 쓸 수 있으면 IT-SYS-002-M으로 분류한다.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서버의 디스크·세션·연동 인증서 상태를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원인에 따라 로그 정리·디스크 증설, WAS 인스턴스 증설·세션 설정 조정, SSO 연동 인증서 갱신을 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서비스를 재기동하고 접속을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89568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712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"업무 협업 플랫폼 장애를 복구했습니다. 다시 로그인해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038684"/>
            <a:ext cx="3108960" cy="114109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130124"/>
            <a:ext cx="2834640" cy="95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사용률 80% 알림 설정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 사용량 임계치 모니터링 알림 등록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인증서 만료 30일 전 알림 등록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71222"/>
            <a:ext cx="3108960" cy="134649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62662"/>
            <a:ext cx="2834640" cy="1163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이름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 팀·인원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시각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상태 확인 결과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PMS에 접속할 수 없는 증상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분석이나 마케팅 툴도 같은 방법으로 확인합니다.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PMS를 열면 '서비스에 연결할 수 없습니다'가 뜹니다. 새로고침이나 다시 로그인해도 같습니다.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팀 전체가 PMS에 접속할 수 없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접속이 안 되는지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접속이 안 되는지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PMS가 열리는지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팀원 모두 안 된다면 팀 단위 장애입니다.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같은 팀 다른 사람도 접속이 안 되는지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게시판 &gt; 공지사항 확인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아직 알려지지 않은 장애일 수 있습니다. 다음 단계로 바로 알립니다.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[게시판] &gt; [공지사항]을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'장애' 표시가 붙은 PMS 관련 글이 없는지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그룹웨어 게시판 &gt; 공지사항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팀 단위 장애 알리기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IT 헬프데스크(내선 1000)에 팀·시스템 이름·시작 시각을 알립니다.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급하면 IT 헬프데스크 내선 1000으로 전화해도 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메신저 #it-helpdesk 채널에 팀 단위 장애 알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 후 다시 로그인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플랫폼이 열리면 해결된 것입니다. 느리기만 하면 IT-SYS-002를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안내를 받으면 다시 로그인합니다.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복구 안내를 받으면 사번을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비밀번호를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[로그인]을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5. 복구 안내 후 다시 로그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보내기·받기 모두 안 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부서도 같은가요?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접수되면 P1로 보고 시스템인프라팀에 바로 연결한다.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안 되면 SYS-06·SW-06으로 분류한다.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티켓을 만들고 같은 증상 문의를 연결한다.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서버 스토리지 경로 상태를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 경로로 전환하고 대기 중인 메일을 다시 처리한다.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보고서를 작성한다.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19469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836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"메일 서버 장애가 복구되었습니다. 보내지 못한 메일은 다시 보내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162469"/>
            <a:ext cx="3108960" cy="8312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253909"/>
            <a:ext cx="2834640" cy="648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 경로 이중화 점검 주기 단축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085135"/>
            <a:ext cx="3108960" cy="1532584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176575"/>
            <a:ext cx="2834640" cy="1349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접수 시각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건수와 부서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송신·수신 영향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 상태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 보내지도 받지도 못하는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메일을 보내거나 새로 고치면 '메일 서버에 연결할 수 없습니다'가 뜹니다. 09:40 이후로 새 메일이 없습니다.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메일을 보내지도 받지도 못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사람도 같은지 확인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프로그램을 다시 설치하거나 프로필을 지우지 않습니다. 개인 PC 문제가 아닙니다.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사람도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메일이 되는지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사람, 다른 팀도 같다면 메일 서버 장애입니다.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다른 사람도 같은지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화면의 IT 헬프데스크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평일 09:00~18:00에 받습니다. 그 밖의 시간에는 메신저 #it-helpdesk 채널에 남깁니다.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 급한 연락은 메신저나 전화로 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첫 화면 오른쪽 'IT 헬프데스크'에 전화번호가 있습니다. 사무실 전화로 내선 1000을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이렇게 말하면 됩니다: "영업기획팀 김하늘입니다. 9시 40분쯤부터 메일을 보내지도 받지도 못합니다. 우리 팀과 옆 팀이 모두 같습니다."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그룹웨어 첫 화면의 IT 헬프데스크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연락은 메신저나 전화로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 급한 연락은 메신저나 전화로 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급한 내용은 메신저 개인 대화로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파일은 클립 아이콘으로 붙일 수 있습니다. 사외 연락은 전화로 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4. 급한 연락은 메신저나 전화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보내지 못한 메일 다시 보내기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 보내고 받을 수 있으면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공지 후 보내지 못한 메일을 다시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복구 공지가 나오면 [보낸편지함]에서 '전송 실패' 메일을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[다시 보내기]를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5. 복구 후 보내지 못한 메일 다시 보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메시지가 '네트워크 경로를 찾을 수 없습니다'인가요?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팀도 같은가요?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팀에서 접수되면 P1로 보고 시스템인프라팀에 바로 연결한다.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팀만 안 되면 SYS-13으로 분류해 IT-SYS-006-M으로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티켓을 만들고 같은 증상 문의를 연결한다.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 컨트롤러 상태를 확인하고 예비 컨트롤러로 전환한다.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무결성을 점검한 뒤 서비스를 재개한다.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보고를 작성한다.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19469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836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"파일서버 장애가 복구되었습니다. PC에 임시로 저장한 파일은 공유 드라이브로 옮겨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162469"/>
            <a:ext cx="3108960" cy="8312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253909"/>
            <a:ext cx="2834640" cy="648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 이중화 전환 훈련 반기 1회 실시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085135"/>
            <a:ext cx="3108960" cy="1532584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176575"/>
            <a:ext cx="2834640" cy="1349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접수 시각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건수와 팀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 컨트롤러 상태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드라이브에 저장할 때 '네트워크 경로를 찾을 수 없습니다'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공유 드라이브가 열리지 않고, 저장하면 '네트워크 경로를 찾을 수 없습니다'가 뜹니다. 다른 팀도 같다고 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공유 드라이브에 저장할 때 '네트워크 경로를 찾을 수 없습니다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 있던 파일을 PC에 임시로 저장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 있던 파일은 PC에 임시로 저장해 둡니다.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&gt; 다른 이름으로 저장에서 왼쪽 [바탕 화면]을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 이름 끝에 (임시)를 붙여 구분합니다.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[저장]을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2. 열려 있던 파일을 PC에 임시로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화면의 IT 헬프데스크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평일 09:00~18:00에 받습니다. 그 밖의 시간에는 메신저 #it-helpdesk 채널에 남깁니다.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첫 화면 오른쪽 'IT 헬프데스크'에 전화번호가 있습니다. 사무실 전화로 내선 1000을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이렇게 말하면 됩니다: "영업기획팀 김하늘입니다. 공유 드라이브가 전부 안 열리고 네트워크 경로를 찾을 수 없다고 나옵니다. 다른 팀도 같습니다."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3. 그룹웨어 첫 화면의 IT 헬프데스크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임시 파일을 공유 드라이브로 옮기기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드라이브에 저장되면 해결된 것입니다. 우리 팀 폴더만 안 열리면 IT-SYS-006을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임시로 저장한 파일을 공유 드라이브로 옮기고 PC의 사본은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복구 공지가 나오면 바탕 화면의 임시 파일을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[잘라내기]를 누른 뒤 공유 드라이브 팀 폴더에서 붙여넣기합니다. PC에 사본이 남지 않습니다.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4. 복구 후 임시 파일을 공유 드라이브로 옮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부서에서 같은 시스템 장애가 동시에 접수되면 대형 장애로 판단한다. 사례: MI-2026-01 월말 대량 배치와 조회가 겹친 ERP DB 잠금 (문의 9건 연결), MI-2026-04 메일 서버 스토리지 장애 (문의 7건 연결), MI-2026-06 파일서버 스토리지 컨트롤러 장애 (문의 5건 연결).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채널에 장애 공지를 올리고 30분마다 갱신한다. 메일 장애 중에는 메일로 공지하지 않는다.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원인과 재발 방지(월말 배치 야간 고정, 스토리지 경로 이중화 점검 주기 단축, 스토리지 이중화 전환 훈련 반기 1회)를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1060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1050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IT-SYS-003-M 사내 시스템 장애 신고·이관 처리 매뉴얼</dc:title>
  <dc:subject>PptxGenJS Presentation</dc:subject>
  <dc:creator>업무시스템팀</dc:creator>
  <cp:lastModifiedBy>업무시스템팀</cp:lastModifiedBy>
  <cp:revision>1</cp:revision>
  <dcterms:created xsi:type="dcterms:W3CDTF">2026-10-08T13:47:03Z</dcterms:created>
  <dcterms:modified xsi:type="dcterms:W3CDTF">2026-10-08T13:47:03Z</dcterms:modified>
</cp:coreProperties>
</file>