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IT-SYS-004-M  메일 이용 장애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이용 장애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IT-SYS-004-M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SYS-06, SYS-07, SYS-08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FAQ-010, FAQ-011, FAQ-012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수신 불가(SYS-06), 메일함 용량(SYS-07), 외부 발송 반송(SYS-08) 문의를 접수·판단·처리·이관하는 내부 절차를 정한다. 사용자 안내는 IT-SYS-004를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격리 메일 해제·허용 목록 등록, 용량 정리·아카이브 안내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시스템인프라팀(L2): 반송 원인 분석, 외부 스팸 목록 해제 요청, 발송 인증(SPF/DKIM) 설정 점검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메일·협업 1차 영역 (SYS-06, SYS-07)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 L2 · SSO·메일 서버 영역 (SYS-08)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보안 게이트웨이 관리 화면(격리함·허용 목록), 메일 관리 콘솔, 발송 로그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메일 격리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용량 초과로 수신 중단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메일함 용량 부족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첨부 메일만 반송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도메인 팀 전체 반송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동시에 메일을 받지 못하면 SYS-09(P1)로 전환하고 IT-SYS-003-M을 따른다.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당일 업무 차질을 말하면 SYS-06·SYS-07이라도 한 단계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같은 도메인으로 반송되면 SYS-08(P2)로 시스템인프라팀에 바로 배정한다.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보낸 사람 주소와 보낸 시각은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격리함을 확인했나요?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 해제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거래처가 반복 격리되면 발신 도메인을 허용 목록에 등록하고 티켓으로 기록한다.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피싱이 의심되면 해제하지 말고 SEC-01로 분류한다.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보안 게이트웨이에서 격리 내역을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메일을 해제하고 발신 도메인을 허용 목록에 등록한다.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"격리함에서 메일을 해제하고 보낸 곳을 허용 목록에 등록했습니다."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왼쪽 폴더 목록의 스팸(격리)함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메일의 스팸(격리)함을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[메일]에서 왼쪽 폴더 목록의 [스팸(격리)함]을 누릅니다. 숫자는 격리된 메일 수입니다.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메일 왼쪽 폴더 목록의 스팸(격리)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격리함 화면. 메일을 선택하고 [해제]를 누르는 위치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보낸 사람이 처음 보는 주소이거나 의심스러우면 해제하지 말고 IT-SEC-001을 따릅니다.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메일을 선택하고 [해제]를 누릅니다. 메일이 받은편지함으로 옮겨집니다.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거래처 메일 왼쪽 네모를 눌러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[해제]를 누릅니다. 메일이 받은편지함으로 옮겨집니다.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2. 메일 격리함 화면. 메일을 선택하고 [해제]를 누르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 메일이 계속 격리되면 허용 목록 등록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거래처 메일이 계속 격리되면 헬프데스크에 발신 도메인을 허용 목록에 등록해 달라고 요청합니다.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같은 거래처 메일이 계속 격리되면 허용 목록 등록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거래처에서 보낸 메일이 받은편지함에 없음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받은편지함으로 옮겨진 메일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격리함에도 없으면 메일함 용량(3.2)을 확인하고 헬프데스크에 문의합니다.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메일이 받은편지함에 보이면 해결된 것이다.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받은편지함에 메일이 보이면 해결된 것입니다.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받은편지함으로 옮겨진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경고가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마지막으로 메일을 받은 시각은 언제인가요?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초과면 보관·정리 안내로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용량에 여유가 있는데도 수신이 안 되면 메일 관리 콘솔에서 수신 거부 로그를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용량과 수신 거부 로그를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오래된 메일 보관 처리를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메일 수신을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"오래된 메일을 보관 처리해 다시 메일을 받을 수 있게 되었습니다."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표시와 용량 초과 경고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3.3(용량 정리)을 따라 오래된 메일을 보관하거나 큰 메일을 지웁니다.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 용량 표시를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아래 '메일함 용량'을 봅니다. 99%처럼 빨간색이면 가득 찬 것입니다.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위쪽에 '새 메일을 받을 수 없습니다' 경고가 보입니다.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메일함 용량 표시와 용량 초과 경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지운편지함 비우기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비운 메일은 되살릴 수 없습니다. 필요한 메일이 없는지 먼저 봅니다.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지운편지함도 비웁니다.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왼쪽 [지운편지함]을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[지운편지함 비우기]를 누르고 확인 창에서 [확인]을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지운편지함 비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오늘 오후부터 메일이 한 통도 들어오지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동료가 보낸 테스트 메일로 수신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메일이 다시 들어오면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동료에게 테스트 메일을 보내 달라고 해 수신을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동료에게 테스트 메일을 보내 달라고 부탁하고, 받은편지함에 들어오는지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용량이 90% 아래로 내려갔는지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동료가 보낸 테스트 메일로 수신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메일함 용량은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보관(아카이브)이나 큰 메일 정리를 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아카이브·대용량 메일 검색 방법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업무상 증설이 필요하면 증설 기준을 안내하고 티켓으로 검토한다.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size:&gt;10MB 검색과 자동 보관 설정을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증설 기준을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"큰 메일을 정리하고 자동 보관을 설정하셨습니다. 메일함 기본 용량은 50GB입니다."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(서비스데스크에서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검색창에 size:&gt;10MB 를 입력한 결과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검색창에 size:&gt;10MB 를 입력해 큰 메일을 찾습니다.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위 메일 검색창에 size:&gt;10MB 를 입력하고 Enter를 누릅니다. 10MB보다 큰 메일만 나옵니다.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오른쪽 크기 열을 보며 큰 메일부터 정리합니다.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메일 검색창에 size:&gt;10MB 를 입력한 결과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첨부를 공유 드라이브에 저장한 뒤 메일 삭제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없는 큰 메일은 지우고, 필요한 첨부는 공유 드라이브에 저장한 뒤 메일을 지웁니다.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필요한 첨부는 [공유 드라이브에 저장]을 눌러 팀 폴더에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저장한 뒤 위쪽 [삭제]로 메일을 지웁니다. 필요 없는 큰 메일은 바로 지웁니다.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첨부를 공유 드라이브에 저장한 뒤 메일 삭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이상 된 메일을 보관(아카이브)으로 옮기기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보관한 메일은 왼쪽 [보관함(아카이브)]에서 언제든 다시 볼 수 있습니다.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'보관(아카이브)' 기능으로 1년 이상 된 메일을 옮깁니다.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검색창에 before:2025-03-10 처럼 1년 전 날짜를 넣어 오래된 메일을 찾고 맨 위 네모로 모두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 [보관]을 누릅니다. 보관함(아카이브)으로 옮겨지고 메일함 용량에서 빠집니다.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1년 이상 된 메일을 보관(아카이브)으로 옮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메일함 용량 부족 경고가 계속 뜸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보관 설정 켜기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 경고가 사라지면 해결된 것입니다. 업무상 계속 부족하면 헬프데스크에 용량 증설 기준을 문의합니다.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보관 설정을 켜 둡니다.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 오른쪽 위 설정(톱니바퀴) &gt; 자동 보관에서 스위치를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보관 기준을 '받은 지 1년이 지난 메일'로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[저장]을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자동 보관 설정 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크기는 얼마인가요?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 초과면 파일 공유 링크 안내로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 미만인데도 반송되면 발송 로그를 확인한다.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원문에서 반송 사유를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 초과면 사내 파일 공유 링크 사용을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원인이면 발송 로그를 분석한다.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"첨부가 25MB를 넘어 반송되었습니다. 사내 파일 공유 링크로 보내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도메인 평판 주기 점검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 용량 초과로 돌아온 반송 메일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메일을 열면 사유에 '허용 한도(25MB)를 넘었습니다'가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첨부 용량 초과로 돌아온 반송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쓰기 화면의 첨부 크기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 크기를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메일 쓰기 화면의 첨부 합계를 봅니다. 25MB가 넘으면 보낼 수 없습니다.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2. 메일 쓰기 화면의 첨부 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파일 공유 링크로 바꿔 첨부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25MB가 넘으면 파일을 사내 파일 공유 링크로 바꿔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파일은 X로 지우고 [파일 공유 링크로 첨부]를 눌러 같은 파일을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첨부가 링크로 바뀝니다. 받는 사람은 링크를 눌러 30일 동안 내려받을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3. 사내 파일 공유 링크로 바꿔 첨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첨부파일이 있는 메일만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보내기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메일이 다시 오지 않으면 해결된 것입니다. 25MB보다 작은데도 반송되면 반송 메일 원문을 붙여 문의합니다.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[보내기]를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4. 다시 보내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도메인으로 보낼 때 반송되나요?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단위 반송이면 P2 티켓으로 시스템인프라팀에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부서 송수신 불가면 SYS-09로 전환한다.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원문으로 거부 사유를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서버 IP가 외부 스팸 목록에 올랐으면 해제를 요청한다.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인증(SPF/DKIM) 설정을 점검한다.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재발송을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"외부 스팸 목록 해제를 마쳤습니다. 메일을 다시 보내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도메인 평판 주기 점검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거래처로 보낸 메일의 반송 메일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사유에 spam blocklist(스팸 목록)라는 말이 있습니다. 회사 메일 서버가 받는 쪽에서 차단된 경우입니다.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해외 거래처 주소로 보낸 메일이 모두 이렇게 돌아옵니다.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해외 거래처로 보낸 메일의 반송 메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 저장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반송 메일을 연 상태에서 위쪽 [더보기]를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[다른 이름으로 저장 (.eml)]을 눌러 PC에 저장합니다. 이것이 '반송 메일 원문'입니다.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반송 메일 원문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3.5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해외 거래처로 보낸 메일이 팀 전체 반송됨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붙여 메신저 #it-helpdesk 채널에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반송 메일 원문을 첨부해 헬프데스크에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클립 아이콘을 눌러 캡처나 파일을 붙입니다. 캡처는 Ctrl+V로 바로 붙여 넣어도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[전송]을 누릅니다. 담당자가 이 채널이나 개인 대화로 답합니다.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급한 내용은 전화 등 다른 방법으로 거래처에 연락합니다.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반송 메일 원문을 붙여 메신저 #it-helpdesk 채널에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부서에서 동시에 메일을 보내거나 받지 못하면 SYS-09 대형 장애로 판단하고 IT-SYS-003-M을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1050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04_담당자 매뉴얼 템플릿</dc:title>
  <dc:subject>PptxGenJS Presentation</dc:subject>
  <dc:creator>PptxGenJS</dc:creator>
  <cp:lastModifiedBy>PptxGenJS</cp:lastModifiedBy>
  <cp:revision>1</cp:revision>
  <dcterms:created xsi:type="dcterms:W3CDTF">2026-10-08T13:47:03Z</dcterms:created>
  <dcterms:modified xsi:type="dcterms:W3CDTF">2026-10-08T13:47:03Z</dcterms:modified>
</cp:coreProperties>
</file>