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IT-SYS-005-M  메신저·화상회의·협업 도구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메신저·화상회의·협업 도구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IT-SYS-005-M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IT-SYS-005-M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 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SYS-10, SYS-11, SYS-12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FAQ-013, FAQ-014, FAQ-029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메신저·화상회의(SYS-10), 공유 캘린더·그룹 메일(SYS-11), 협업 채널 관리(SYS-12) 문의를 접수·처리하는 내부 절차를 정한다. 사용자 안내는 IT-SYS-005를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회의 앱 권한·장치·알림 설정 안내, 회의 앱 재설치, 그룹 메일·캘린더 권한·게스트 초대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(서비스데스크에서 종결)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 L1 · 메일·협업 1차 영역 (SYS-10, SYS-11, SYS-12)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 관리 콘솔, 그룹웨어 관리 콘솔(그룹 메일·캘린더), 원격 지원 도구 (가상 명칭)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회의 마이크 소리 안 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사용 중인 장치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 알림 안 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회의 소리 지연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회의 화면 멈춤·끊김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업데이트 후 회의 앱 종료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메일 생성·멤버 추가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메일 외부 수신 허용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캘린더 편집 권한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게스트 초대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게스트 비공개 채널 미표시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회의 등 당일 업무 차질을 말하면 SYS-10을 P2로 올린다.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일정이 걸린 그룹 메일·게스트 요청은 P4를 P3로 올린다.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부서에서 동시에 메신저·화상회의에 접속하지 못하면 대표 티켓으로 묶는다.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화상회의에서 내 목소리가 상대방에게 들리지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앱에서 마이크가 켜져 있나요?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마이크 권한이 허용되어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권한 허용 안내로 해결되면 티켓을 바로 완료한다.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화상회의에서 내 목소리가 상대방에게 들리지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마이크 권한과 회의 앱 장치 선택을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통화로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"회의 앱의 마이크 권한을 허용했습니다. 장치 테스트로 소리를 확인해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화상회의에서 내 목소리가 상대방에게 들리지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[설정] &gt; [개인정보] &gt; [마이크] 화면. 회의 앱의 허용 스위치 위치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[설정] &gt; [개인정보] &gt; [마이크]에서 회의 앱 권한을 허용합니다.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Windows 키를 누르고 '설정'을 연 뒤 왼쪽 [개인정보 및 보안]을 누르고, 오른쪽에서 [마이크]를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'마이크 액세스'가 켬인지 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앱 목록에서 '화상회의' 스위치를 눌러 켬으로 바꿉니다.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OS [설정] &gt; [개인정보] &gt; [마이크] 화면. 회의 앱의 허용 스위치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화상회의에서 내 목소리가 상대방에게 들리지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앱 설정 &gt; 오디오에서 마이크 장치 선택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앱의 오디오 설정에서 사용하는 마이크 장치를 선택합니다.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회의 화면 아래 [설정] &gt; 왼쪽 [오디오]를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'마이크'에서 지금 쓰는 장치(예: 헤드셋 마이크)를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[마이크 테스트]를 누르고 말해 봅니다. 초록 막대가 움직이면 소리가 잡히는 것입니다.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화상회의 앱 설정 &gt; 오디오에서 마이크 장치 선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화상회의에서 내 목소리가 상대방에게 들리지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앱을 다시 시작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상대방이 내 목소리를 들으면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앱을 다시 시작합니다.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[나가기]로 회의에서 나간 뒤 회의 앱 창을 닫습니다. 다시 실행해 회의에 들어갑니다.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회의 앱을 다시 시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메시지가 '사용 중인 장치'인가요?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통화 등 다른 앱이 켜져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카메라를 쓰는 앱 종료 안내로 즉시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재부팅 후에도 같으면 티켓으로 원격 점검한다.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카메라를 쓰는 앱을 확인해 종료한다.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"카메라를 쓰던 다른 앱을 종료했습니다. 회의 앱에서 카메라를 다시 켜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카메라가 '사용 중인 장치'라며 켜지지 않는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내 화면에 '사용 중인 장치'라고 나오고 카메라가 켜지지 않습니다.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[비디오 시작]을 눌러도 같습니다.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화상회의 카메라가 '사용 중인 장치'라며 켜지지 않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카메라를 쓰는 메신저 통화 종료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표시줄에서 메신저·카메라 앱이 켜져 있는지도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통화 등 카메라를 쓰는 다른 앱을 종료합니다.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영상 통화처럼 카메라를 쓰는 다른 창을 찾아 [통화 종료]를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2. 카메라를 쓰는 메신저 통화 종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앱에서 카메라 다시 켜기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앱에서 카메라를 다시 켭니다.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회의 화면 아래 [비디오 시작]을 누릅니다. 내 화면에 카메라 영상이 나오면 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3. 회의 앱에서 카메라 다시 켜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다시 시작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시작하기 전에 열려 있는 문서를 저장합니다.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안 되면 PC를 재부팅합니다.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그래도 안 되면 시작 버튼을 누르고 오른쪽 아래 전원 아이콘을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[다시 시작]을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4. PC 다시 시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화상회의 카메라가 '사용 중인 장치'라며 켜지지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[설정] &gt; [개인정보] &gt; [카메라]에서 회의 앱 권한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[설정] &gt; [개인정보] &gt; [카메라]에서 회의 앱 권한을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[설정] &gt; [개인정보 및 보안] &gt; [카메라]를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'카메라 액세스'가 켬인지 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앱 목록에서 '화상회의'를 켬으로 바꿉니다.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5. OS [설정] &gt; [개인정보] &gt; [카메라]에서 회의 앱 권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메신저 메시지 알림이 전혀 뜨지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방해 금지(집중) 모드가 켜져 있나요?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알림 설정은 켜져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방해 금지 모드 해제 안내로 즉시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메신저 메시지 알림이 전혀 뜨지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방해 금지 모드와 알림 설정을 안내한다.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메시지로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"방해 금지 모드를 해제했습니다. 메신저 알림이 다시 뜹니다."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메신저 메시지 알림이 전혀 뜨지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 알림 영역의 방해 금지(집중) 모드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 알림 영역에서 방해 금지(집중) 모드를 끕니다.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표시줄 오른쪽 아래 알림(종·달) 아이콘을 누릅니다. 달 모양이면 방해 금지가 켜진 상태입니다.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'방해 금지' 스위치를 눌러 끕니다.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작업 표시줄 알림 영역의 방해 금지(집중) 모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메신저 메시지 알림이 전혀 뜨지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알림 설정 화면. 방해 금지 모드 스위치와 메신저 알림 허용 위치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[설정] &gt; [알림]에서 메신저 알림이 켜져 있는지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[설정] &gt; [시스템] &gt; [알림]을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앱 목록에서 '사내 메신저'가 켬인지 보고, 꺼져 있으면 켭니다.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2. OS 알림 설정 화면. 방해 금지 모드 스위치와 메신저 알림 허용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메신저 메시지 알림이 전혀 뜨지 않음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앱의 알림 설정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메시지 알림이 뜨면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앱의 알림 설정도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아래 내 이름 &gt; [환경 설정] &gt; [알림]에서 '데스크톱 알림'을 켭니다.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'모든 새 메시지'를 고릅니다.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3. 메신저 앱의 알림 설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회의 중 내 목소리가 늦게 전달됨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블루투스 헤드셋을 쓰나요?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유선으로 바꿔 봤나요?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장치 변경·유선 연결 안내로 해결되면 티켓을 바로 완료한다.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회의 중 내 목소리가 늦게 전달됨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오디오 기본 장치를 바꾼다.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 연결을 안내한다.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"오디오 기본 장치를 바꿨습니다. 가능하면 유선 헤드셋을 써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회의 중 내 목소리가 늦게 전달됨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소리 설정에서 기본 출력·입력 장치 바꾸기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소리 설정에서 기본 입력·출력 장치를 확인해 바꿉니다.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[설정] &gt; [시스템] &gt; [소리]에서 '출력' 장치를 고릅니다. 블루투스 대신 유선 헤드셋이 있으면 그것을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'입력' 장치도 같은 헤드셋 마이크로 고릅니다.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OS 소리 설정에서 기본 출력·입력 장치 바꾸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회의 중 내 목소리가 늦게 전달됨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앱에서도 유선 헤드셋 선택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상대방이 지연 없이 들으면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가능하면 유선 헤드셋으로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유선 헤드셋을 꽂은 뒤 회의 앱 [설정] &gt; [오디오]에서 스피커를 유선 헤드셋으로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마이크도 유선 헤드셋 마이크로 고릅니다. 그다음 회의 앱을 다시 시작합니다.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2. 회의 앱에서도 유선 헤드셋 선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화상회의 화면이 자꾸 멈추고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무선으로 접속했나요?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공간 다른 사람도 끊기나요?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끊기면 유선 연결 안내로 즉시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층 여러 명이면 NET-04로 분류한다.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화상회의 화면이 자꾸 멈추고 끊김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 연결과 회의 재접속을 안내한다.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12776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"유선으로 연결해 회의에 다시 접속해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70760"/>
            <a:ext cx="3108960" cy="112776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3622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489960"/>
            <a:ext cx="3108960" cy="11277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5814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화상회의 화면이 자꾸 멈추고 끊김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화면이 멈추고 끊기는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회의 중 '네트워크 연결이 불안정합니다'가 뜨고 화면이 멈춥니다.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작업 표시줄의 와이파이 아이콘으로 무선에 연결된 것을 확인합니다.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1. 화상회의 화면이 멈추고 끊기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화상회의 화면이 자꾸 멈추고 끊김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 랜 연결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가능하면 유선 랜으로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책상의 랜 케이블을 노트북이나 도킹에 꽂습니다. 네트워크 아이콘을 눌러 '이더넷 · 연결됨'을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유선이 연결되면 와이파이는 꺼도 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5-2. 유선 랜 연결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화상회의 화면이 자꾸 멈추고 끊김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다시 참가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끊기지 않으면 해결된 것입니다. 재택 중 VPN 상태에서만 끊기면 IT-NET-001 3.2를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회의에 다시 접속합니다.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[회의 다시 참가]를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3. 회의 다시 참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OS를 업데이트했나요?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앱 버전은 무엇인가요?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구버전이면 티켓으로 최신 버전을 다시 설치한다.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지원으로 회의 앱 버전을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버전으로 다시 설치한다.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연결을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"화상회의 앱을 최신 버전으로 다시 설치했습니다."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업데이트 후 화상회의 앱이 꺼지는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회의 중 앱이 꺼지고 '예기치 않게 종료되었습니다' 창이 뜹니다. [다시 시작]으로 회의에 다시 들어갑니다.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1. OS 업데이트 후 화상회의 앱이 꺼지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화상회의 앱 버전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문의합니다. 담당자가 회의 앱을 최신 버전으로 다시 설치합니다.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회의 앱 [설정] &gt; [정보]를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앱 버전을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2. 화상회의 앱 버전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업데이트 날짜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문의합니다. 담당자가 회의 앱을 최신 버전으로 다시 설치합니다.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[설정] &gt; [업데이트] &gt; [업데이트 기록]을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최근 업데이트 날짜를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3. OS 업데이트 날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OS 업데이트 후 화상회의 앱이 계속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화상회의 앱 오류 문의 남기기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원격으로 회의 앱을 최신 버전으로 다시 설치합니다. 고객사 회의 등 오늘 일정이 있으면 함께 적습니다.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문의합니다. 담당자가 회의 앱을 최신 버전으로 다시 설치합니다.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6-4. 메신저 #it-helpdesk 채널에 화상회의 앱 오류 문의 남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팀 공용 메일(그룹 메일) 생성·멤버 추가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주소와 관리자, 멤버는 누구인가요?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서비스 가입용인가요?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신청서가 있으면 티켓으로 생성한다.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가입용이면 외부 수신 허용도 함께 설정한다.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팀 공용 메일(그룹 메일) 생성·멤버 추가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중복을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메일을 만들고 멤버를 등록한다.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신청자에게 알린다.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12776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"그룹 메일을 만들고 멤버를 등록했습니다."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70760"/>
            <a:ext cx="3108960" cy="112776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3622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489960"/>
            <a:ext cx="3108960" cy="11277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5814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팀 공용 메일(그룹 메일) 생성·멤버 추가 신청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IT 요청 메뉴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&gt; IT 요청 &gt; 그룹 메일 신청을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위쪽 [IT 요청]을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왼쪽 '신청하기' 아래 [그룹 메일 신청]을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1. 그룹웨어 IT 요청 메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팀 공용 메일(그룹 메일) 생성·멤버 추가 신청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메일 신청 양식. 주소, 관리자, 멤버 입력란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주소, 관리자, 멤버를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신청 구분을 고릅니다. 새로 만들면 '신규 생성', 사람만 넣으면 '멤버 추가'입니다.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원하는 메일 주소를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관리자와 멤버를 적습니다. 멤버는 쉼표로 구분합니다.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외부 서비스 가입용이면 '외부 발신자 수신 허용'을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[제출]을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2. 그룹 메일 신청 양식. 주소, 관리자, 멤버 입력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팀 공용 메일(그룹 메일) 생성·멤버 추가 신청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요청 내역에서 결과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3영업일 안에 만들어집니다. 이미 있는 주소면 다른 주소로 다시 신청합니다.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곳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3영업일 안에 그룹 메일이 만들어지고 멤버가 등록된다. 결과는 그룹웨어 IT 요청 화면에서 확인한다.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[IT 요청] &gt; [IT 요청 내역]에서 상태가 '처리 완료'인지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7-3. IT 요청 내역에서 결과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그룹 메일로 외부 인증 메일이 오지 않을 때 외부 수신 허용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메일 주소는 무엇인가요?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외부 서비스에 가입하나요?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요청이면 티켓으로 외부 수신 허용을 설정한다.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그룹 메일로 외부 인증 메일이 오지 않을 때 외부 수신 허용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설정에서 외부 수신 허용으로 바꾼다.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메일 수신을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"그룹 메일을 외부 수신 허용으로 바꿨습니다. 인증 메일을 다시 받아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그룹 메일로 외부 인증 메일이 오지 않을 때 외부 수신 허용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메일 신청에서 '외부 발신자 수신 허용' 요청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등 급한 일정이 있으면 IT 헬프데스크(내선 1000)에 함께 알립니다.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&gt; IT 요청 &gt; 그룹 메일 신청에서 '외부 발신자 수신 허용'을 요청합니다.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[IT 요청] &gt; [그룹 메일 신청]에서 신청 구분을 '설정 변경'으로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'외부 발신자 수신 허용'을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1. 그룹 메일 신청에서 '외부 발신자 수신 허용' 요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그룹 메일로 외부 인증 메일이 오지 않을 때 외부 수신 허용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완료 확인 후 인증 메일 다시 받기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3영업일 안에 외부 수신 허용으로 바뀝니다.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안내를 받으면 외부 서비스에서 인증 메일을 다시 받습니다.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상태가 '처리 완료'가 되면 외부 서비스에서 인증 메일을 다시 보내 달라고 요청합니다.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2. 처리 완료 확인 후 인증 메일 다시 받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3.9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팀 공유 캘린더 편집 권한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이름과 소유자는 누구인가요?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소유자 승인을 받았나요?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소유자 승인이 확인되면 티켓으로 편집 권한을 준다.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3.9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팀 공유 캘린더 편집 권한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소유자 승인을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권한을 부여한다.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127760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"공유 캘린더 편집 권한을 드렸습니다."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70760"/>
            <a:ext cx="3108960" cy="112776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3622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489960"/>
            <a:ext cx="3108960" cy="112776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581400"/>
            <a:ext cx="28346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3.9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팀 공유 캘린더 편집 권한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3.9-1.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공유 캘린더가 읽기 전용인 상태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캘린더 이름 옆에 '읽기 전용'이 보입니다.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[일정 추가]가 회색으로 눌리지 않습니다.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9-1. 팀 공유 캘린더가 읽기 전용인 상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3.9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팀 공유 캘린더 편집 권한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3.9-2.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캘린더 권한 신청 양식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이름과 필요한 권한을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캘린더 이름을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캘린더 소유자를 적습니다. 소유자에게 승인 요청이 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필요한 권한에서 '편집'을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[제출]을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9-2. 공유 캘린더 권한 신청 양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3.9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팀 공유 캘린더 편집 권한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3.9-3.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요청 내역에서 승인 상태 확인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소유자가 승인하지 않으면 처리되지 않습니다. 필요하면 소유자에게 직접 말씀드립니다.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소유자가 승인하면 권한이 부여됩니다.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상태가 '소유자 승인 대기'면 캘린더 소유자의 승인을 기다립니다. 승인 후 3영업일 안에 편집 권한이 생깁니다.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9-3. IT 요청 내역에서 승인 상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3.10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메신저 채널에 외부 협력사 게스트 초대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이름과 게스트 이메일은 무엇인가요?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승인을 받았나요?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기간은 언제까지인가요?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승인이 확인되면 티켓으로 초대한다.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승인이 없으면 게스트 초대 신청 경로를 안내한다.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3.10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메신저 채널에 외부 협력사 게스트 초대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계정을 만들고 채널에 초대한다.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끝나면 게스트를 해제하도록 일정을 등록한다.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"게스트 초대를 마쳤습니다. 초대 기간이 끝나면 자동으로 해제됩니다."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3.10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메신저 채널에 외부 협력사 게스트 초대 신청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3.10-1.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초대 신청 양식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이름과 게스트 이메일, 기간, 사유를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초대할 메신저 채널 이름을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게스트 이름과 이메일을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초대 기간을 정합니다. 필요한 기간만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초대 사유를 적습니다. 빠지면 보완 요청을 받습니다.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[제출]을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0-1. 게스트 초대 신청 양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3.10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메신저 채널에 외부 협력사 게스트 초대 신청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3.10-2.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요청 내역에서 팀장 결재 상태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 결재 후 서비스데스크가 게스트를 초대합니다.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상태가 '팀장 결재 중'이면 팀장 승인을 기다립니다. 승인 후 1영업일 안에 게스트에게 초대 메일이 갑니다.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0-2. IT 요청 내역에서 팀장 결재 상태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게스트에게 비공개 채널이 보이지 않을 때 채널 허용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 이름과 게스트 이메일은 무엇인가요?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계정이면 티켓으로 채널별 게스트 허용을 설정한다.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게스트에게 비공개 채널이 보이지 않을 때 채널 허용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관리 콘솔에서 해당 채널의 게스트 허용을 설정한다.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게스트에게 채널이 보이는지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"채널에서 게스트 접근을 허용했습니다. 게스트에게 다시 확인해 달라고 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3.11 사용자 화면 (안내용) (1/1)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게스트에게 비공개 채널이 보이지 않을 때 채널 허용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 초대 신청에 '채널 허용' 요청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 안에 게스트에게 채널이 보입니다. 아직 초대 승인을 받지 않은 게스트면 3.10부터 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&gt; IT 요청 &gt; 게스트 초대 신청에 '채널 허용'이라고 적고 채널 이름과 게스트 이메일을 적어 제출합니다.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요청 구분에서 '채널 허용'을 고릅니다. (양식에 구분이 없으면 요청 내용에 '채널 허용'이라고 적습니다.)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채널 이름을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게스트 이메일을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1-1. 게스트 초대 신청에 '채널 허용' 요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부서에서 동시에 메신저나 화상회의에 접속하지 못하면 대형 장애로 판단한다. 통합 로그인 장애면 IT-ACC-001-M, 네트워크 장애면 IT-NET-003-M을 함께 따른다.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공지사항에 장애 공지를 올리고 30분마다 갱신한다.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원인을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04_담당자 매뉴얼 템플릿</dc:title>
  <dc:subject>PptxGenJS Presentation</dc:subject>
  <dc:creator>PptxGenJS</dc:creator>
  <cp:lastModifiedBy>PptxGenJS</cp:lastModifiedBy>
  <cp:revision>1</cp:revision>
  <dcterms:created xsi:type="dcterms:W3CDTF">2026-10-08T13:47:03Z</dcterms:created>
  <dcterms:modified xsi:type="dcterms:W3CDTF">2026-10-08T13:47:03Z</dcterms:modified>
</cp:coreProperties>
</file>