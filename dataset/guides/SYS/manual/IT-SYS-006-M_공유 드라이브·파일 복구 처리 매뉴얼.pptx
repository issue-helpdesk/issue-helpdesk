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IT-SYS-006-M  공유 드라이브·파일 복구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드라이브·파일 복구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IT-SYS-006-M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IT-SYS-006-M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SYS-13, SYS-14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FAQ-033, FAQ-034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 접속 장애(SYS-13)와 파일 복구(SYS-14) 문의를 접수·판단·처리하는 내부 절차를 정한다. 사용자 안내는 IT-SYS-006을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VPN·드라이브 재연결·이전 버전 복원 안내, 간단한 스냅샷 복구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시스템인프라팀(L2): 폴더 권한 상속 복구, 파일서버 경로 안내, 스냅샷 복구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L1 · PC·네트워크 1차 점검 영역 (SYS-14)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 L2 · 파일서버·복구 영역 (SYS-13, SYS-14)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파일서버 관리 콘솔, 스냅샷 관리 화면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 공유 드라이브 액세스 거부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드라이브 재연결 경로 오류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 버전 직접 복원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삭제 파일 복구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접근하지 못하면 SYS-13(P2)으로 시스템인프라팀에 바로 배정한다.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팀에서 동시에 접근하지 못하면 SYS-16(P1)으로 전환하고 IT-SYS-003-M을 따른다.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파일 복구는 P3를 P2로 올린다.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모두 같은가요?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경로는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폴더 권한을 바꾼 일이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전체면 P2 티켓으로 시스템인프라팀에 배정한다.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혼자만 안 되면 권한 신청(ACS-01)으로 안내한다.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팀이면 SYS-16으로 전환한다.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파일서버 관리 콘솔에서 폴더 권한과 상속 설정을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상속을 복구한다.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접근을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"폴더 권한을 복구했습니다. 공유 드라이브를 다시 열어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변경 작업 시 사전 검토 절차 추가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(시스템인프라팀에서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공유 드라이브에서 '액세스가 거부되었습니다'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원래 쓰던 팀 폴더를 열면 '액세스가 거부되었습니다'가 뜹니다.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팀 공유 드라이브에서 '액세스가 거부되었습니다'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팀원도 같은지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여러 명이 같은 증상인지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팀 채널에 팀 폴더가 열리는지 물어봅니다.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팀원 여러 명이 같으면 팀 전체 문제입니다. 혼자만 안 되면 권한 신청 대상일 수 있습니다(IT-ACS-001).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2. 팀원도 같은지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경로 복사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복사한 경로를 신고 메시지에 붙여 넣습니다.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같으면 폴더 경로를 적어 헬프데스크에 바로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 탐색기 위쪽 주소 표시줄을 누르면 경로 전체가 선택됩니다. Ctrl + C로 복사합니다.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폴더 경로 복사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바로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같으면 폴더 경로를 적어 헬프데스크에 바로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메신저 #it-helpdesk 채널에 바로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중인가요? VPN에 연결되어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드라이브 경로는 무엇인가요?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파일서버 주소 변경이면 새 경로로 다시 연결하도록 안내하고 티켓을 완료한다.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파일서버 주소 변경 여부를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경로를 안내하고 재연결을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"공유 드라이브 주소가 바뀌었습니다. 새 경로로 다시 연결해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변경 작업 시 사전 검토 절차 추가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(시스템인프라팀에서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표시줄의 VPN 아이콘과 VPN 연결 창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밖(재택·출장)에서는 VPN이 '연결됨'이어야 사내 시스템이 열립니다.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중이면 VPN에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작업 표시줄 오른쪽 아래의 방패 모양 VPN 아이콘을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연결 상태를 봅니다. '연결됨'이면 VPN은 정상입니다.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'연결 안 됨'이면 [연결]을 누르고 통합 계정으로 로그인합니다.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1. 작업 표시줄의 VPN 아이콘과 VPN 연결 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탐색기에서 기존 드라이브 연결 끊기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탐색기에서 기존 드라이브를 마우스 오른쪽 클릭해 [연결 끊기]를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 탐색기 왼쪽 [내 PC]를 누르고, 연결이 끊긴 드라이브를 마우스 오른쪽 버튼으로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[연결 끊기]를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2. 탐색기에서 기존 드라이브 연결 끊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[내 PC] &gt; [네트워크 드라이브 연결] 메뉴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공지나 헬프데스크에서 받은 새 경로로 [내 PC] &gt; [네트워크 드라이브 연결]을 실행해 다시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[내 PC] 화면 위쪽 [더 보기]를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[네트워크 드라이브 연결]을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3. [내 PC] &gt; [네트워크 드라이브 연결] 메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탐색기 [네트워크 드라이브 연결] 창. 폴더 경로 입력란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드라이브가 다시 열리면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공지나 헬프데스크에서 받은 새 경로로 [내 PC] &gt; [네트워크 드라이브 연결]을 실행해 다시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드라이브 문자를 고릅니다. 예전과 같은 문자(예: Z:)를 고르면 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팀 공지나 헬프데스크에서 받은 새 경로를 입력합니다. (그림의 경로는 예시입니다.)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'로그인할 때 다시 연결'을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[마침]을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4. 탐색기 [네트워크 드라이브 연결] 창. 폴더 경로 입력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지웠나요?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폴더의 [이전 버전] 탭을 열어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 안이면 이전 버전 복원 방법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목록에 없거나 폴더 전체를 지웠으면 3.4 기준으로 복구한다.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버전 복원 방법을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파일이 복원됐는지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9514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"폴더 [속성] &gt; [이전 버전]에서 지우기 전 날짜를 골라 복원해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38144"/>
            <a:ext cx="3108960" cy="89292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29584"/>
            <a:ext cx="2834640" cy="71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222512"/>
            <a:ext cx="3108960" cy="1395207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13952"/>
            <a:ext cx="2834640" cy="1212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경로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지운 시각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버전 목록 확인 결과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파일이 있던 폴더의 마우스 오른쪽 메뉴 [속성]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파일이 있던 폴더를 마우스 오른쪽 클릭해 [속성] &gt; [이전 버전] 탭을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지운 파일이 있던 폴더(예: 3월 판촉)를 마우스 오른쪽 버튼으로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맨 아래 [속성]을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파일이 있던 폴더의 마우스 오른쪽 메뉴 [속성]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[속성] &gt; [이전 버전] 탭. 날짜별 버전 목록과 [열기] 버튼 위치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지우기 전 날짜의 버전을 선택합니다.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위쪽 [이전 버전] 탭을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파일을 지우기 전 날짜의 버전을 고릅니다. 어제 지웠으면 그 전날 밤 버전입니다.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[열기]를 누릅니다. 그 날짜의 폴더가 새 창으로 열립니다.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2. 폴더 [속성] &gt; [이전 버전] 탭. 날짜별 버전 목록과 [열기] 버튼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버전 창에서 필요한 파일 복사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[열기]로 내용을 확인한 뒤 필요한 파일을 원래 폴더로 복사합니다. 현재 파일을 덮어쓰지 않도록 다른 이름으로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열린 창에서 필요한 파일을 찾아 마우스 오른쪽 버튼으로 누릅니다. 먼저 열어서 내용을 확인해도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[복사]를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3. 이전 버전 창에서 필요한 파일 복사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폴더에 붙여넣고 다른 이름으로 저장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607376"/>
            <a:ext cx="3108960" cy="101034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698816"/>
            <a:ext cx="2834640" cy="827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이름의 현재 파일을 덮어쓰지 않습니다. 원하는 날짜가 목록에 없으면 3.4에 따라 복구를 요청합니다.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6437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8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[열기]로 내용을 확인한 뒤 필요한 파일을 원래 폴더로 복사합니다. 현재 파일을 덮어쓰지 않도록 다른 이름으로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원래 폴더에서 Ctrl + V로 붙여 넣고, 이름 끝에 _복원을 붙여 다른 이름으로 바꿉니다.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4. 원래 폴더에 붙여넣고 다른 이름으로 저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삭제한 파일 복구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파일·폴더 경로와 이름은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지웠나요?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 안이면 스냅샷에서 복구하고 셀프 복원 방법도 안내한다.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30일이 지났으면 복구할 수 없다고 안내한다.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삭제한 파일 복구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스냅샷 관리 화면에서 삭제 전 날짜를 찾는다.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버전을 원래 위치에 복구한다.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'이전 버전' 셀프 복원 방법을 안내한다.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24191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041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"스냅샷에서 파일을 복구했습니다. 다음에는 폴더 [이전 버전]에서 직접 복원할 수도 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367191"/>
            <a:ext cx="3108960" cy="84256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458631"/>
            <a:ext cx="2834640" cy="659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301199"/>
            <a:ext cx="3108960" cy="131652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92639"/>
            <a:ext cx="2834640" cy="113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이름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지운 시각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삭제한 파일 복구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복구 신청 양식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급하면 IT 헬프데스크(내선 1000)로 전화합니다.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파일 복구 신청에 경로와 지운 시각을 적어 제출합니다. 급하면 IT 헬프데스크(내선 1000)로 전화합니다.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파일이나 폴더가 있던 경로를 적습니다. 탐색기 주소 표시줄에서 복사해 붙여 넣으면 정확합니다.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파일 이름(폴더면 폴더 이름)을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지운 날짜와 대략의 시각을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[제출]을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1. 파일 복구 신청 양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삭제한 파일 복구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내역에서 복구 결과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 안에 스냅샷에서 복구됩니다.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안내를 받으면 파일을 열어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상태가 '처리 완료'가 되면 원래 경로에서 파일을 열어 확인합니다.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2. IT 요청 내역에서 복구 결과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팀에서 동시에 공유 드라이브에 접근하지 못하면 SYS-16 대형 장애로 판단하고 IT-SYS-003-M을 따른다.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원인을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1050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IT-SYS-006-M 공유 드라이브·파일 복구 처리 매뉴얼</dc:title>
  <dc:subject>PptxGenJS Presentation</dc:subject>
  <dc:creator>시스템인프라팀</dc:creator>
  <cp:lastModifiedBy>시스템인프라팀</cp:lastModifiedBy>
  <cp:revision>1</cp:revision>
  <dcterms:created xsi:type="dcterms:W3CDTF">2026-10-08T13:47:03Z</dcterms:created>
  <dcterms:modified xsi:type="dcterms:W3CDTF">2026-10-08T13:47:03Z</dcterms:modified>
</cp:coreProperties>
</file>