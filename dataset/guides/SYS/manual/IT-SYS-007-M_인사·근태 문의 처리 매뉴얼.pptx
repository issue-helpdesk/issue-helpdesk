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IT-SYS-007-M  인사·근태 문의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인사·근태 문의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IT-SYS-007-M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IT-SYS-007-M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서비스데스크, 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FAQ-028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인사·근태 문의(SYS-04)를 접수·처리하는 내부 절차를 정한다. 사용자 안내는 IT-SYS-007을 기준으로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근태 반영 기준·정정 요청 방법 안내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업무시스템팀(L2): 출입 게이트 연동 데이터 재수집, 연차 데이터 보정(인사팀 확인), 근태 연동 배치 재실행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 L2 · 인사·근태 영역 (SYS-04)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인사시스템 관리 화면, 출입 게이트 연동 화면, 배치 관리 화면 (가상 명칭)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연차·근태 기록 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출근 기록 누락 정정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연차 잔여일수 정정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직원 근태 미반영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 마감 등 당일 업무 차질을 말하면 P2로 올린다.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직원의 근태가 한꺼번에 반영되지 않으면 연동 작업 장애로 보고 대표 티켓으로 묶는다.</a:t>
            </a:r>
            <a:endParaRPr lang="en-US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기록을 확인하려나요?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지났나요?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날 반영 기준과 조회 방법 안내로 즉시 처리한다.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 이상 지났으면 3.2 기준으로 정정을 안내한다.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메뉴와 반영 기준을 안내한다.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"근태는 다음 날 오전에 반영됩니다. 이틀 이상 차이가 나면 근태 정정 요청을 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정정이 필요한 경우: 사번, 날짜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로그인 화면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인사시스템에 로그인합니다.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사번을 입력합니다. 그룹웨어 첫 화면 [업무 시스템 바로가기] &gt; [인사시스템]으로 들어오면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통합 계정 비밀번호를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[로그인]을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인사시스템 로그인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근태 조회 화면. 날짜별 출퇴근 기록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[근태] 메뉴 (가상)에서 날짜별 출퇴근 기록을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[근태] 메뉴를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날짜별 출근·퇴근 시각을 봅니다. 어제 기록이 '반영 완료'면 정상입니다.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2. 인사시스템 근태 조회 화면. 날짜별 출퇴근 기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연차 현황. 잔여일수 위치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[연차] 메뉴 (가상)에서 잔여일수를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[연차] 메뉴를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'잔여' 칸에서 남은 연차 일수를 봅니다. 아래 표에서 사용 내역도 볼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3. 인사시스템 연차 현황. 잔여일수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인사시스템에서 연차 잔여일수와 근태 기록 확인하기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기록은 '반영 대기'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 이상 지나도 기록이 없으면 3.2, 연차가 실제와 다르면 3.3에 따라 정정을 요청합니다.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기록은 다음 날 오전에 반영되므로 다음 날 다시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기록은 '반영 대기'로 나옵니다. 다음 날 오전에 반영되므로 내일 다시 확인합니다.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오늘 기록은 '반영 대기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누락된 날짜는 언제인가요?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정정 요청을 제출했나요?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 요청과 팀장 승인이 있으면 티켓으로 처리한다.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출입 게이트 연동 지연이면 데이터를 다시 수집한다.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출입 게이트 연동 화면에서 해당 날짜 기록을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데이터를 다시 수집해 반영한다.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반영을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12776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"근태 기록을 다시 수집해 반영했습니다."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70760"/>
            <a:ext cx="3108960" cy="112776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3622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489960"/>
            <a:ext cx="3108960" cy="11277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5814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조회 화면에서 출근 기록이 누락된 날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출근했는데 '기록 없음'으로 나오고 이틀 이상 지나도 바뀌지 않습니다.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1. 근태 조회 화면에서 출근 기록이 누락된 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근태 정정 요청 화면. 날짜, 시각, 사유 입력란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사유가 없거나 실제 시각이 확인되지 않으면 반려됩니다.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실제 시각, 사유를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[근태 정정 요청]을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정정 구분을 '출근 기록 누락'으로 고르고 날짜를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실제 출근(퇴근) 시각을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사유를 적습니다. 실제 시각을 확인할 수 있게 구체적으로 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2. 인사시스템 근태 정정 요청 화면. 날짜, 시각, 사유 입력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출근 기록이 누락됐을 때 근태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 요청 진행 상태 확인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여부는 3.1처럼 [근태]에서 확인합니다.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승인하면 반영됩니다.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요청 내역에서 진행 상태를 봅니다. 팀장이 승인하면 1영업일 안에 반영됩니다.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정정 요청 진행 상태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 나는 날짜와 실제 사용 내역은 무엇인가요?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 확인 후 티켓으로 연차 데이터를 보정한다.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인사팀에 사용 내역 확인을 요청한다.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차감이 확인되면 연차 데이터를 보정한다.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잔여일수를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"인사팀 확인 후 연차 잔여일수를 보정했습니다."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 사용 내역에서 반차가 두 번 차감된 경우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날 같은 반차가 두 줄로 나옵니다.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잔여일수가 실제보다 0.5일 적습니다.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연차 사용 내역에서 반차가 두 번 차감된 경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연차 잔여일수가 실제와 다를 때 정정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정정 요청에서 '연차 보정' 요청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인사팀이 사용 내역을 확인한 뒤 1영업일 안에 잔여일수가 보정됩니다.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인사시스템 &gt; 근태 정정 요청에서 '연차 보정'이라고 적고 날짜와 실제 사용 내역을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[근태 정정 요청]에서 정정 구분을 '연차 보정'으로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차이가 나는 날짜를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실제로 쓴 연차·반차 내역을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근태 정정 요청에서 '연차 보정' 요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여러 직원의 근태가 하루 넘게 반영되지 않을 때 확인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날짜가 반영되지 않았나요?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부서와 인원은 몇 명인가요?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지났는데 여러 명이 미반영이면 연동 배치 지연으로 보고 티켓으로 처리한다.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여러 직원의 근태가 하루 넘게 반영되지 않을 때 확인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관리 화면에서 근태 연동 작업 이력을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작업을 다시 실행한다.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반영을 확인하고 인사팀에 알린다.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"근태 연동 작업을 다시 실행해 반영했습니다. 직원들께 다시 확인하도록 안내해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(1/1)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여러 직원의 근태가 하루 넘게 반영되지 않을 때 확인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여러 직원 근태 미반영 알리기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안내를 받으면 직원들에게 다시 확인하도록 알립니다. 하루가 지나지 않은 기록은 정상 대기 중입니다.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1000)로 알리거나 #it-helpdesk 채널에 날짜와 대상 인원을 남깁니다.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반영되지 않은 날짜와 대상 부서·인원을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IT 헬프데스크 내선 1000으로 전화해도 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1. 메신저 #it-helpdesk 채널에 여러 직원 근태 미반영 알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연동 작업 실패로 여러 부서의 근태가 한꺼번에 반영되지 않으면 대형 장애로 판단한다.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공지사항에 장애 공지를 올리고 30분마다 갱신한다.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문의를 대표 티켓 기준으로 일괄 완료(FIN) 처리하고, IT운영·보안 조직장에게 원인을 보고한다.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 (없으면 '없음')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1060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정보보안팀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1119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04_담당자 매뉴얼 템플릿</dc:title>
  <dc:subject>PptxGenJS Presentation</dc:subject>
  <dc:creator>PptxGenJS</dc:creator>
  <cp:lastModifiedBy>PptxGenJS</cp:lastModifiedBy>
  <cp:revision>1</cp:revision>
  <dcterms:created xsi:type="dcterms:W3CDTF">2026-10-08T13:47:03Z</dcterms:created>
  <dcterms:modified xsi:type="dcterms:W3CDTF">2026-10-08T13:47:03Z</dcterms:modified>
</cp:coreProperties>
</file>