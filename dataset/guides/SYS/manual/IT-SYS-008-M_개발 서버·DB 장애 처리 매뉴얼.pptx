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IT-SYS-008-M  개발 서버·DB 장애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서버·DB 장애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IT-SYS-008-M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IT-SYS-008-M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서비스데스크, 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서버·DB 장애(SYS-15) 문의를 접수·처리하는 내부 절차를 정한다. 사용자 안내는 IT-SYS-008을 기준으로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서버 이름·영향 범위 확인 후 시스템인프라팀 배정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시스템인프라팀(L2): 서버 디스크·로그 정리와 로그 순환 설정, 빌드 연동 토큰 재발급, DB 동기화 커넥터 조정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 L2 · 개발 서버·DB 영역 (SYS-15)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모니터링 화면, 빌드 서버 관리 화면, DB 관리 화면 (가상 명칭)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서버 SSH 불가·배포 막힘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Git·빌드 서버 연동 실패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DB·검색엔진 동기화 실패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일정이 막힌 팀 단위 장애는 기본 P2로 처리한다.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개발팀이 동시에 서버를 쓰지 못하면 P1로 올리고 대표 티켓으로 묶는다.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서버에서 무단 접근 흔적이 보이면 SEC-05로 정보보안팀에 바로 연결한다.</a:t>
            </a:r>
            <a:endParaRPr lang="en-US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개발 서버에 SSH 접속이 안 되고 배포가 막힘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서버인가요?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접속하지 못하나요?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사내망·VPN에서 접속했나요?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안 되면 P2 티켓으로 시스템인프라팀에 배정한다.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안 되면 계정·권한(ACS-01) 문제로 분류한다.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개발 서버에 SSH 접속이 안 되고 배포가 막힘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디스크 사용률을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오래된 로그를 정리하고 로그 순환을 설정한다.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서비스를 재시작하고 SSH·배포를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"서버 디스크를 정리하고 서비스를 다시 시작했습니다. 접속과 배포를 확인해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디스크 사용률 80% 알림 설정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(시스템인프라팀에서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개발 서버에 SSH 접속이 안 되고 배포가 막힘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서버 SSH 접속과 배포가 실패하는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SSH 접속이 'Connection timed out'으로 끊깁니다.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배포 로그에 'No space left on device'(디스크 부족) 같은 오류가 보일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개발 서버 SSH 접속과 배포가 실패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개발 서버에 SSH 접속이 안 되고 배포가 막힘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표시줄의 VPN 아이콘과 VPN 연결 창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밖(재택·출장)에서는 VPN이 '연결됨'이어야 사내 시스템이 열립니다.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사내망 또는 VPN 연결을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표시줄 오른쪽 아래의 방패 모양 VPN 아이콘을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연결 상태를 봅니다. '연결됨'이면 VPN은 정상입니다.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'연결 안 됨'이면 [연결]을 누르고 통합 계정으로 로그인합니다.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2. 작업 표시줄의 VPN 아이콘과 VPN 연결 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개발 서버에 SSH 접속이 안 되고 배포가 막힘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개발 서버 장애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이름과 시작 시각을 적어 헬프데스크에 신고합니다. 담당자가 오래된 로그를 정리하고 서비스를 다시 시작합니다.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메신저 #it-helpdesk 채널에 개발 서버 장애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개발 서버에 SSH 접속이 안 되고 배포가 막힘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디스크와 로그 용량 확인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접속과 배포가 다시 되면 해결된 것입니다. 나만 접속이 안 되면 IT-ACS-002를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애플리케이션 로그가 과도하게 쌓이지 않는지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df -h 로 디스크 사용률(Use%)이 정상 범위인지 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du -sh 로 애플리케이션 로그 폴더가 너무 커지지 않았는지 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복구 후 디스크와 로그 용량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업데이트 이후 Git 저장소와 빌드 서버 연동이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저장소·빌드 작업인가요?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로그가 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오류면 티켓으로 토큰을 다시 발급한다.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업데이트 이후 Git 저장소와 빌드 서버 연동이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로그에서 인증 오류를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토큰을 다시 발급하고 연동 설정을 갱신한다.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빌드를 다시 실행해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"빌드 연동 토큰을 다시 발급했습니다. 빌드를 다시 실행해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만료 사전 알림 등록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(시스템인프라팀에서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업데이트 이후 Git 저장소와 빌드 서버 연동이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로그의 인증 오류 메시지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로그에서 인증 오류 메시지를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빌드 로그에서 '401 Unauthorized', 'token expired' 같은 인증 오류를 찾습니다.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실패한 저장소·빌드 작업 이름과 번호를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1. 빌드 로그의 인증 오류 메시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업데이트 이후 Git 저장소와 빌드 서버 연동이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 내려받기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토큰을 빌드 설정에 임의로 넣지 않습니다.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로그를 첨부해 헬프데스크에 신고합니다. 담당자가 토큰을 다시 발급하고 연동 설정을 갱신합니다.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[로그 내려받기]로 로그 파일을 저장합니다.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2. 빌드 로그 내려받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업데이트 이후 Git 저장소와 빌드 서버 연동이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로그를 첨부해 헬프데스크에 신고합니다. 담당자가 토큰을 다시 발급하고 연동 설정을 갱신합니다.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빌드 로그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개발 DB와 검색엔진 동기화가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DB·인덱스인가요?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일시는 언제인가요?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후 동기화 실패면 티켓으로 커넥터 호환성을 점검한다.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개발 DB와 검색엔진 동기화가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커넥터와 DB·검색엔진 버전을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커넥터 버전을 맞춘다.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다시 동기화하고 결과를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"동기화 커넥터 버전을 맞추고 전체를 다시 동기화했습니다."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전 호환성 검증 단계 추가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(시스템인프라팀에서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개발 DB와 검색엔진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오류 로그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오류 로그와 실패가 시작된 시점을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처음 실패한 시각을 찾습니다. 바로 위에 업데이트 기록이 있으면 함께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오류 내용(예: 커넥터 버전 호환 오류)을 확인합니다.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동기화 오류 로그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개발 DB와 검색엔진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로그를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로그를 첨부해 헬프데스크에 신고합니다. 담당자가 커넥터 버전을 맞추고 전체를 다시 동기화합니다.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오류 로그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개발팀이 동시에 개발 서버·DB를 쓰지 못하면 대형 장애로 판단한다.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공지사항에 장애 공지를 올리고 30분마다 갱신한다.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문의를 대표 티켓 기준으로 일괄 완료(FIN) 처리하고, IT운영·보안 조직장에게 원인을 보고한다.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 (없으면 '없음')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1050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정보보안팀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1119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IT-SYS-008-M 개발 서버·DB 장애 처리 매뉴얼</dc:title>
  <dc:subject>PptxGenJS Presentation</dc:subject>
  <dc:creator>시스템인프라팀</dc:creator>
  <cp:lastModifiedBy>시스템인프라팀</cp:lastModifiedBy>
  <cp:revision>1</cp:revision>
  <dcterms:created xsi:type="dcterms:W3CDTF">2026-10-08T13:47:03Z</dcterms:created>
  <dcterms:modified xsi:type="dcterms:W3CDTF">2026-10-08T13:47:03Z</dcterms:modified>
</cp:coreProperties>
</file>