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임직원 IT 안내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SSO 로그인 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로그인, SSO, 로그인 안 됨, 아이디 또는 비밀번호가 일치하지 않습니다, AUTH-101, 계정 잠김, 계정이 잠겼습니다, AUTH-102, 10분 자동 해제, 반복 잠김,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 증명 관리자, 공유 드라이브, 휴면 계정, AUTH-103, 사용 중지 계정, AUTH-105, 로그인 화면 반복, 로딩만 돌아요, 쿠키, 캐시, 세션 만료, 로그아웃, 옆자리도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돼요, SSO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로그인(SSO)이 안 될 때 오류 메시지로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원인을 찾고 직접 해결하는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잠김·휴면·사용 중지, 로그인 화면 반복, 세션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끊김을 다룹니다.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함께 로그인하지 못할 때 신고하는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방법을 안내합니다.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계정(사번)으로 로그인하는 전 임직원이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변경·만료·분실은 IT-ACC-002, 추가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인증(MFA) 문제는 IT-ACC-003을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내가 하지 않은 로그인 알림은 IT-SEC-003을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https://sso.hanwha-ict.example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그룹웨어·ERP·메일·VPN·메신저 (SSO 연동)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 / iOS / Android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ID는 사번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입니다 (예: EMP-0000). 이메일 주소가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계정 하나로 그룹웨어·ERP·메일·VPN·메신저에 모두 로그인합니다.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 계정이 잠기면 이 시스템들이 모두 함께 막힙니다.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메시지와 코드(AUTH-1xx)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확인합니다. 아래 표에서 볼 곳을 찾습니다.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옆자리 동료도 같은 증상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이면 개인 문제가 아닐 수 있습니다. 개인 조치를 멈추고 3.3을 따릅니다.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지원 환경: Windows 10 22H2 이상·Windows 11, macOS 13 이상 (Chrome·Edge 최신), iOS 16 이상, Android 11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헬프데스크와 챗봇은 비밀번호와 인증번호를 묻지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이를 묻는 전화·메신저·메일은 사칭일 수 있으니 응하지 말고 정보보안팀(내선 1119)에 알려 주세요.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오류 메시지로 원인 찾기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599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699224"/>
                <a:gridCol w="3602965"/>
                <a:gridCol w="17214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메시지 (코드)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아이디 또는 비밀번호가 일치하지 않습니다.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잠겼습니다. 10분 뒤 자동으로 풀립니다. (AUTH-102)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5회 연속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(메시지 없이) 로딩만 돌거나 로그인 화면이 계속 다시 나타남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쿠키·캐시·시간 설정, 또는 SSO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미사용으로 휴면 처리된 계정입니다.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이상 로그인하지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비밀번호가 만료되었습니다.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기간(90일) 경과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계정입니다.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휴직·퇴사·관리자 정지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인증에 실패했습니다. (AUTH-201)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앱·인증번호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세션이 만료되었습니다. 다시 로그인하세요.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미사용, 다른 곳에서 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3213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비밀번호가 틀리다고 나온다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잠겼다 (AUTH-102) / 풀어도 다시 잠긴다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화면이 로딩만 돌거나 계속 반복된다 / 옆자리 동료도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계정이라고 나온다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계정이라고 나온다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자꾸 로그아웃된다 / 세션이 만료된다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바꾸고 싶다 / 만료됐다 / 잊었다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알림이 안 온다 / 인증번호가 틀리다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메일은 되는데 그룹웨어만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하지 않은 로그인 알림이 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'아이디 또는 비밀번호가 일치하지 않습니다'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잠겼을 때 (AUTH-102) · 반복해서 잠길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자체가 안 될 때 (로딩·화면 반복·여러 명 동시)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계정일 때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계정일 때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자꾸 로그아웃될 때 · 안전한 로그아웃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맞게 쳤는데 틀렸다고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오랜만에 로그인하려는데 계속 실패합니다.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Caps Lock·한/영 전환 같은 입력 실수이거나, 사번 대신 이메일을 입력한 경우가 많습니다.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Caps Lock이 켜져 있지 않은지, 한/영 전환이 한글로 되어 있지 않은지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 칸에 이메일이 아니라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입력했는지 확인합니다.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실패하면 더 시도하지 않습니다.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5회 연속 실패하면 계정이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잠깁니다.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기억나지 않으면 IT-ACC-002 3.4(비밀번호 초기화)로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진행합니다.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1_31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ID는 사번 ② 오류 메시지와 남은 시도 횟수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정확히 입력해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바꿨는데 실패가 쌓인다면 다른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기기에 남은 예전 비밀번호 때문일 수 있습니다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(3.2).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5회 실패로 잠겼으면 3.2를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메시지와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기기와 브라우저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바꿨는지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여러 번 틀려서 계정이 잠겼습니다. 해제 부탁드립니다.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노트북에 예전 비밀번호로 연결된 공유 드라이브가 있어서 그런지 비번 바꾼 뒤로 자꾸 잠겨요.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5회 연속 실패로 잠겼거나, 바꾸기 전 비밀번호가 저장된 기기가 자동 로그인을 시도해 다시 잠깁니다.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기다리면 자동으로 풀립니다. 급하면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[지금 잠금 해제 (본인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인증)]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잊었다면 IT-ACC-002 3.4로 초기화합니다. 잠김도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풀립니다.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잠기면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[자격 증명 관리자]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예전 비밀번호 항목(공유 드라이브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등)을 지우고 다시 연결합니다.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71957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71957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메일 앱·VPN·메신저의 저장 비밀번호도 바꿉니다.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1_32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셀프 잠금 해제 ② 예전 비밀번호로 저장된 자격 증명 제거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잠김이 풀리고 하루 동안 다시 잠기지 않으면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항목을 모두 정리했는데도 다시 잠기면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잠긴 시각을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실패 기록으로 원인을 찾습니다.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바꾼 적이 없는데 잠김이 반복되면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 3.4를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잠긴 시각 (여러 번이면 모두)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바꿨는지와 그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저장해 둔 기기·앱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9772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5회 연속 실패 시 잠금, 10분 뒤 자동 해제. 잠기면 그룹웨어·ERP·메일·VPN·메신저가 모두 함께 막힙니다.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030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650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5353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71553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화면에서 계속 로딩만 돌고 넘어가지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아침부터 통합 로그인이 안 돼요. 옆자리 분들도 다 안 된대요.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명이면 SSO 서버 장애, 나만이면 브라우저의 쿠키·캐시나 PC 시간 차이 때문입니다.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옆자리 동료도 같은지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먼저 봅니다. 같으면 개인 조치를 멈추고 IT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전화합니다.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나만 안 되면 Ctrl + Shift + Delete로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[쿠키]·[캐시]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만 지우고 브라우저를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엽니다.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시크릿 창에서 로그인해 봅니다. 되면 확장 프로그램을 끄고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71957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71957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주소를 직접 입력하고, PC 시간을 동기화한 뒤 다른 브라우저로도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acc001_33_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로딩만 도는 로그인 화면 ② 쿠키·캐시만 선택 ③ [삭제]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뒤 그룹웨어 첫 화면이 열리면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 장애였다면 사내 공지의 복구 안내를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받으면 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조치를 다 해도 나만 안 되면 IT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종류와 화면 캡처를 보냅니다.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공지가 나오면 공지 안내를 따르고, 같은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장애를 여러 창구로 반복 신고하지 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주변에서 같은 증상인 사람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종류와 이미 해 본 조치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753487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855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[저장된 비밀번호]는 지우지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30915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사이트의 저장 정보까지 지워집니다. 쿠키와 캐시만 선택합니다.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349313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1200" y="359473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단축키: macOS는 Command + Shift + Delete. 시크릿 창은 Chrome Ctrl + Shift + N, Edge Ctrl + Shift + P. 주소는 https://sso.hanwha-ict.example 을 직접 입력합니다.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휴직을 마치고 돌아왔는데 휴면 계정이라며 로그인이 안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 쓰지 않은 계정으로 로그인하니 휴면 안내가 나옵니다.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90일 이상 로그인하지 않으면 계정이 휴면 처리됩니다. 180일 이상이면 장기 휴면입니다.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휴면 안내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[휴면 해제하기]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 인증번호로 본인 인증을 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해제가 끝나면 다시 로그인합니다.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만료된 상태면 변경 화면으로 넘어갑니다. IT-ACC-002 3.3을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acc001_34_dorm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① [휴면 해제하기]에서 본인 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휴면이 풀리고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180일 이상 로그인하지 않았으면 셀프 해제가 되지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 IT 헬프데스크(내선 1000)에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 중 휴대폰 번호가 바뀌어 인증할 수 없으면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 (본인 확인 필요).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로그인한 무렵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휴대폰을 지금도 쓰는지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807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427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2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932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복직했는데 "사용이 중지된 계정입니다"라고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어제까지 되던 계정이 갑자기 사용 중지로 나옵니다.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휴직·퇴사 처리 상태이거나, 관리자가 보안상 계정을 정지한 경우입니다.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복직했다면 인사 시스템에 복직 처리가 됐는지 소속 부서·인사팀에 먼저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헬프데스크(내선 1000)에 사번과 상황을 알립니다.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본인 확인 뒤 인사 상태를 확인해 처리합니다. 다른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사람이 대신 요청할 수 없습니다.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acc001_35_suspe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① 사용 중지 안내 — 셀프 해제할 수 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다시 활성화되어 로그인되면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처리 전이면 인사 처리가 끝난 뒤에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활성화됩니다.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보안상 정지된 계정은 정보보안팀 확인이 끝나야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풀립니다.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 여부와 날짜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로그인한 무렵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중에 "세션이 만료되었습니다"가 자꾸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로그인해도 몇 분 안 돼서 로그아웃됩니다.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동안 쓰지 않으면 보안 정책으로 자동 로그아웃됩니다(정상).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계정으로 다른 PC·브라우저에서 로그인했거나, 5분 안에 반복되면 쿠키·시간 설정 문제입니다.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946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미사용으로 끊긴 것이면 다시 로그인합니다.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곳에서만 로그인해 씁니다.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5분 안에 계속 끊기면 3.3의 쿠키·캐시 삭제와 시간 동기화를 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3365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3365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자리를 비우거나 공용 PC를 쓸 때는 그룹웨어 오른쪽 위 이름 ›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[로그아웃]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누르고 브라우저를 닫습니다.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1730" y="3619119"/>
            <a:ext cx="4027997" cy="247434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acc001_36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730" y="3619119"/>
            <a:ext cx="4027997" cy="247434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① 이름 메뉴 ② [로그아웃]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중 갑자기 로그아웃되지 않으면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곳에서 로그인하지 않았는데 "다른 기기에서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로그인되어 종료" 안내가 나오면 IT-SEC-003 3.1을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끊긴 시각과 화면 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기기·브라우저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917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잠겼어요. (FAQ-002)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5회 연속 틀리면 계정이 잠기며 10분 후 자동 해제됩니다. 비밀번호를 바꾼 뒤 반복해서 잠긴다면 휴대폰 메일 앱,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저장된 자격 증명(네트워크 드라이브 등)에 예전 비밀번호가 남아 있는지 확인하세요.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메일은 되는데 그룹웨어만 로그인이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메일이 되면 SSO 계정은 정상입니다. IT-SYS-001 그룹웨어·ERP 이용 오류 대응 가이드를 확인하세요.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ID를 모르겠어요.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ID는 사번입니다. 사원증이나 인사 시스템에서 확인할 수 있습니다.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집에서는 로그인이 안 되고 회사에서는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연결을 먼저 확인하세요 (IT-NET-001). VPN 연결 뒤에도 AUTH 코드가 나오면 이 문서 2장의 표를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화면 주소가 평소와 달라요.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로그인하지 말고 창을 닫으세요. 피싱 사이트일 수 있습니다 (IT-SEC-001).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비밀번호·인증번호는 누구에게도 알려 주지 않습니다. 헬프데스크·챗봇도 묻지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함께 로그인하지 못하면 캐시 삭제·비밀번호 변경을 반복하지 말고 바로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주소는 즐겨찾기 대신 https://sso.hanwha-ict.example 을 직접 입력합니다.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계정은 대신 요청할 수 없습니다. 당사자가 직접 문의합니다.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PC에서는 로그아웃하고 브라우저를 닫습니다.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바꾼 뒤에는 휴대폰 메일 앱·자격 증명 관리자에 저장된 비밀번호도 바꿉니다.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포털(hanwha-admin)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it-helpdesk@hanwha-ict.example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바꾸거나 만료·분실됐을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인증 단계에서 실패할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뒤 그룹웨어·ERP 화면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사내 시스템을 함께 못 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VPN이 연결되지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하지 않은 로그인 알림, 바꾼 적 없는 반복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(SSO)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계정 하나로 그룹웨어·ERP·메일·VPN·메신저에 함께 로그인하는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잠금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5회 연속 틀리면 계정이 막히는 것. 10분 뒤 자동으로 풀린다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 증명 관리자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Windows가 공유 드라이브 등의 로그인 정보를 저장해 두는 곳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이상 로그인하지 않아 사용이 멈춘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쿠키·캐시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브라우저가 저장해 두는 로그인 정보와 화면 파일. 꼬이면 로그인 화면이 반복된다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로그인한 상태. 30분 동안 쓰지 않으면 끊긴다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IT-ACC-001 사내 SSO 로그인 오류 대응 가이드</dc:title>
  <dc:subject>사내 일반 · 전 임직원</dc:subject>
  <dc:creator>서비스데스크</dc:creator>
  <cp:keywords>통합 로그인, SSO, 로그인 안 됨, 아이디 또는 비밀번호가 일치하지 않습니다, AUTH-101, 계정 잠김, 계정이 잠겼습니다, AUTH-102, 10분 자동 해제, 반복 잠김, 자격 증명 관리자, 공유 드라이브, 휴면 계정, AUTH-103, 사용 중지 계정, AUTH-105, 로그인 화면 반복, 로딩만 돌아요, 쿠키, 캐시, 세션 만료, 로그아웃, 옆자리도 안 돼요, SSO 장애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