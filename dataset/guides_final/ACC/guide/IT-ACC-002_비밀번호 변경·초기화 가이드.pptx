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84200" y="1651000"/>
            <a:ext cx="1168400" cy="50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84200" y="2108200"/>
            <a:ext cx="11023600" cy="2705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한화시스템 ICT 임직원 IT 안내 · 계정·로그인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2489200"/>
            <a:ext cx="110236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 변경·초기화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3149600"/>
            <a:ext cx="11023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IT-ACC-002  |  서비스데스크  |  2026.10.16  |  Ver 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4200" y="3581400"/>
            <a:ext cx="1680815" cy="304800"/>
          </a:xfrm>
          <a:prstGeom prst="roundRect">
            <a:avLst>
              <a:gd name="adj" fmla="val 16666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300" y="3644900"/>
            <a:ext cx="1680815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사내 일반 · 전 임직원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IT-ACC-002 · 사내 일반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 / 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IT-ACC-002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3779520"/>
                <a:gridCol w="1732280"/>
                <a:gridCol w="37795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 계정·로그인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시행일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유형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요청·안내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 (전 임직원)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 부서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승인자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 팀장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 임직원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 매뉴얼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IT-ACC-002-M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3022600"/>
          <a:ext cx="11023600" cy="622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9291320"/>
              </a:tblGrid>
              <a:tr h="6223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키워드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비밀번호 변경, 비밀번호 초기화, 비밀번호 분실, 비밀번호를 잊었어요, 비밀번호 만료, 비밀번호가 만료되었습니다, AUTH-104, 비밀번호 규칙, 12자, 대문자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소문자 숫자 특수문자, 최근 사용한 비밀번호는 사용할 수 없습니다, 복잡도, 90일, 셀프 비밀번호 재설정 포털, 임시 비밀번호, 본인 확인, 휴대폰 인증, 휴가 후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비밀번호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IT-ACC-002 · 사내 일반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 / 29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Contents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65200" y="1244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1. 개요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59892" y="1431290"/>
            <a:ext cx="84239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85400" y="1244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200" y="16764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2. 먼저 확인할 사항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73908" y="18630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5400" y="1676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6p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21082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3. 증상별 조치 방법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73908" y="22948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185400" y="2108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9p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25400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4. 자주 묻는 질문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96108" y="27266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185400" y="25400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21p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200" y="29718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5. 주의사항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015492" y="3158490"/>
            <a:ext cx="80683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185400" y="29718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23p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200" y="3403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6. 문의처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837692" y="3590290"/>
            <a:ext cx="82461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185400" y="3403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25p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200" y="38354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부록 · 관련 문서 · 용어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710706" y="4002088"/>
            <a:ext cx="7373094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185400" y="3835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27p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5200" y="42672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783011" y="4433888"/>
            <a:ext cx="8300789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0185400" y="4267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29p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IT-ACC-002 · 사내 일반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 / 29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IT-ACC-002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4 / 29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01. 개요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4453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목적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 규칙과 직접 바꾸는 방법을 안내합니다.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만료된 비밀번호를 바꾸는 방법을 안내합니다.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051939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비밀번호를 잊었을 때 셀프로 초기화하는 방법과,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셀프가 안 될 때 문의 방법을 안내합니다.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09533" y="1168400"/>
            <a:ext cx="3572933" cy="14453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적용 대상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3533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회사 계정(사번)을 쓰는 전 임직원이 대상입니다.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6533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3533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로그인 오류·잠김은 IT-ACC-001을 봅니다.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6533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63533" y="2051939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피싱 사이트에 비밀번호를 입력했으면 IT-SEC-001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3.4를 먼저 봅니다.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34867" y="1168400"/>
            <a:ext cx="3572933" cy="14453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적용 환경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8867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셀프 비밀번호 재설정 포털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https://password.hanwha-ict.example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61867" y="20138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88867" y="20138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SSO로 연결된 모든 시스템에 함께 적용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61867" y="22503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88867" y="225031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Windows / macOS / 휴대폰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IT-ACC-002 · 사내 일반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 / 29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먼저 확인할 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IT-ACC-002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6 / 29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먼저 확인할 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먼저 확인할 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조치하기 전에 확인합니다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14928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14928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비밀번호는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12자 이상, 대문자·소문자·숫자·특수문자를 모두 포함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해야 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17320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7320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90일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마다 바꿔야 합니다. 만료 14일 전부터 안내가 나옵니다. 최근 사용한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5개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는 다시 쓸 수 없습니다.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197116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197116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바꾸거나 초기화는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셀프 비밀번호 재설정 포털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에서 사번과 휴대폰 인증으로 직접 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" y="221030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21030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바꾼 뒤에는 휴대폰 메일 앱·PC 자격 증명 관리자 등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예전 비밀번호가 저장된 곳도 함께 바꿉니다.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그대로 두면 계정이 잠깁니다.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000" y="244944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244944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회사는 비밀번호를 저장하지 않아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예전 비밀번호를 찾아 줄 수 없습니다.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4200" y="2739390"/>
            <a:ext cx="11023600" cy="638048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11200" y="284099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비밀번호는 누구에게도 알려 주지 않습니다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1200" y="3077464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헬프데스크·챗봇도 비밀번호를 묻지 않습니다. 임시 비밀번호는 등록 휴대폰 문자로만 받습니다.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3479038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비밀번호 규칙과 예시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84200" y="3803523"/>
          <a:ext cx="11023601" cy="1460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204874"/>
                <a:gridCol w="3552142"/>
                <a:gridCol w="5266585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예시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이유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1234, Password1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불가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12자 미만, 문자 종류 부족, 연속 문자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emp00001234!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불가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사번 포함, 대문자 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Hanwha2026!!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규칙은 맞지만 권장하지 않음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회사 이름·연도처럼 짐작하기 쉬운 단어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Blue#Tiger27x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가능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13자, 대문자·소문자·숫자·특수문자 모두 포함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IT-ACC-002 · 사내 일반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7 / 29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먼저 확인할 사항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먼저 확인할 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증상별 바로가기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1" cy="2336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6239774"/>
                <a:gridCol w="2079925"/>
                <a:gridCol w="2703902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겪고 있는 증상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볼 곳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구분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비밀번호를 바꾸려는데 규칙 때문에 계속 안 된다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비밀번호를 바꾸고 싶다 (현재 비밀번호를 안다)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'비밀번호가 만료되었습니다' (AUTH-104)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비밀번호를 잊어버렸다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휴대폰 번호가 바뀌어 셀프 초기화 인증을 못 한다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비밀번호를 바꾼 뒤 계정이 자꾸 잠긴다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IT-ACC-001 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바꾸지 않았는데 비밀번호가 바뀌어 있다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IT-SEC-003 3.4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IT-ACC-002 · 사내 일반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8 / 29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증상별 조치 방법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IT-ACC-002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9 / 29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증상별 조치 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787400"/>
                <a:gridCol w="5511800"/>
                <a:gridCol w="1259840"/>
                <a:gridCol w="1889760"/>
                <a:gridCol w="15748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 유형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구분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 부서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비밀번호 규칙 때문에 변경이 안 될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비밀번호 바꾸기 (현재 비밀번호를 알 때) · 기기 갱신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'비밀번호가 만료되었습니다' (AUTH-104)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비밀번호를 잊었을 때 (셀프 초기화)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셀프 초기화를 할 수 없을 때 (본인 인증 불가)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IT-ACC-002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10 / 29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비밀번호 규칙 때문에 변경이 안 될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60372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5132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ACC-01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9297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917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98018" y="1168400"/>
            <a:ext cx="1130697" cy="292100"/>
          </a:xfrm>
          <a:prstGeom prst="rect">
            <a:avLst/>
          </a:prstGeom>
          <a:solidFill>
            <a:srgbClr val="E5F2E7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74218" y="1219200"/>
            <a:ext cx="97829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7D3A"/>
                </a:solidFill>
                <a:latin typeface="Malgun Gothic"/>
                <a:ea typeface="Malgun Gothic"/>
                <a:cs typeface="Malgun Gothic"/>
              </a:rPr>
              <a:t>사용자 직접 조치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2871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80491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33763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509963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48163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424363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53770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129970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 바꾸려는데 '최근 사용한 비밀번호는 사용할 수 없습니다'라고 나와요. 규칙이 어떻게 되나요?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 변경 화면에서 규칙에 맞지 않는다며 계속 거부됩니다.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24410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000" y="276555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276555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 규칙(12자 이상, 4종류 모두 포함)을 채우지 못했거나, 최근 5개 안에 쓴 비밀번호입니다.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305549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337997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3379978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변경 화면 오른쪽의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규칙 항목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을 봅니다. 빨간 항목이 무엇인지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확인합니다.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382651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3826510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12자 이상으로, 대문자·소문자·숫자·특수문자를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모두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넣습니다.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200" y="4065651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4065651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사번·이름·생년월일, 1234·abcd 같은 연속 문자, 같은 문자 3번 반복은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넣지 않습니다.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4200" y="4512183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4512183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최근 쓴 5개와 다른 비밀번호를 정합니다. 규칙 항목이 모두 초록색이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되면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[변경]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을 누릅니다.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37080" y="3379978"/>
            <a:ext cx="4417296" cy="271348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0" name="Picture 39" descr="acc002_31_r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080" y="3379978"/>
            <a:ext cx="4417296" cy="271348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883656" y="61442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3.1-1. ① 새 비밀번호 ② 빨간 규칙 항목이 남으면 변경 불가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IT-ACC-002 · 사내 일반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11 / 29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비밀번호 규칙 때문에 변경이 안 될 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6056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'비밀번호가 변경되었습니다'가 나오면 끝난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것입니다. 이어서 3.2의 기기 갱신을 합니다.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16056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5951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규칙을 모두 채웠는데도 계속 거부되면 IT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헬프데스크(내선 1000)에 화면 메시지를 알립니다.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 자체는 알려 주지 않습니다.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6533" y="22122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533" y="2212213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24시간 안에 이미 바꿨다면 하루 뒤에 다시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시도합니다.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34867" y="1168400"/>
            <a:ext cx="3572933" cy="16056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 (빨간 규칙 항목)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오늘 이미 바꿨는지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4200" y="2875661"/>
            <a:ext cx="11023600" cy="401574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2977261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※ TIP: 서로 관계없는 단어 2~3개에 숫자·특수문자를 섞으면 외우기 쉽고 안전합니다. 다른 사이트와 같은 비밀번호는 쓰지 않습니다.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IT-ACC-002 · 사내 일반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12 / 29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비밀번호 바꾸기 (현재 비밀번호를 알 때) · 기기 갱신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60372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5132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ACC-01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9297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917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98018" y="1168400"/>
            <a:ext cx="1130697" cy="292100"/>
          </a:xfrm>
          <a:prstGeom prst="rect">
            <a:avLst/>
          </a:prstGeom>
          <a:solidFill>
            <a:srgbClr val="E5F2E7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74218" y="1219200"/>
            <a:ext cx="97829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7D3A"/>
                </a:solidFill>
                <a:latin typeface="Malgun Gothic"/>
                <a:ea typeface="Malgun Gothic"/>
                <a:cs typeface="Malgun Gothic"/>
              </a:rPr>
              <a:t>사용자 직접 조치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2871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80491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33763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509963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48163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424363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53770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129970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만료 14일 전이라며 비밀번호를 바꾸라고 합니다.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비밀번호를 미리 바꾸고 싶습니다.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24410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000" y="276555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276555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90일 사용 기간이 다가왔거나, 보안을 위해 직접 바꾸려는 경우입니다.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305549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337997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3379978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셀프 비밀번호 재설정 포털에 로그인해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[비밀번호 변경]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을 엽니다.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3619119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3619119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현재 비밀번호와 새 비밀번호(두 번)를 입력하고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[변경]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을 누릅니다.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200" y="385826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3858260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휴대폰 메일 앱, PC 자격 증명 관리자(공유 드라이브), VPN, 사내 메신저에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저장된 비밀번호를 새 비밀번호로 바꿉니다.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4200" y="430479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4304792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쓰지 않는 기기·브라우저는 로그아웃합니다.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37080" y="3379978"/>
            <a:ext cx="4417296" cy="271348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0" name="Picture 39" descr="acc002_32_ch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080" y="3379978"/>
            <a:ext cx="4417296" cy="271348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883656" y="61442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3.2-1. 변경 완료 화면 — ① 예전 비밀번호가 저장된 곳도 바꾸기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IT-ACC-002 · 사내 일반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13 / 29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비밀번호 바꾸기 (현재 비밀번호를 알 때) · 기기 갱신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새 비밀번호로 모든 시스템에 로그인되고, 계정이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잠기지 않으면 끝난 것입니다.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바꾼 뒤 계정이 자꾸 잠기면 IT-ACC-001 3.2를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따릅니다.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6533" y="20138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533" y="2013839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변경 화면에서 오류가 계속 나면 화면을 캡처해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ITssue 챗봇에 알립니다.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34867" y="1168400"/>
            <a:ext cx="3572933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어느 기기에서 바꿨는지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4200" y="2677287"/>
            <a:ext cx="11023600" cy="401574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277888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변경 직후 가장 흔한 잠김 원인은 휴대폰 메일 앱과 공유 드라이브입니다. 가장 먼저 바꿉니다.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IT-ACC-002 · 사내 일반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14 / 29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'비밀번호가 만료되었습니다' (AUTH-104)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60372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5132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ACC-01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9297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917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98018" y="1168400"/>
            <a:ext cx="1130697" cy="292100"/>
          </a:xfrm>
          <a:prstGeom prst="rect">
            <a:avLst/>
          </a:prstGeom>
          <a:solidFill>
            <a:srgbClr val="E5F2E7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74218" y="1219200"/>
            <a:ext cx="97829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7D3A"/>
                </a:solidFill>
                <a:latin typeface="Malgun Gothic"/>
                <a:ea typeface="Malgun Gothic"/>
                <a:cs typeface="Malgun Gothic"/>
              </a:rPr>
              <a:t>사용자 직접 조치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2871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80491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33763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509963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48163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424363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53770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129970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PC 로그인 시 '비밀번호가 만료되었습니다' 메시지가 뜨고, 변경 화면에서 계속 오류가 납니다.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그룹웨어 로그인 시 '비밀번호가 만료되었습니다' 메시지가 뜹니다.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24410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000" y="276555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276555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 사용 기간(90일)이 지났습니다. 변경 화면의 오류는 대부분 규칙을 채우지 못한 경우입니다.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305549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337997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3379978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안내 화면의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[지금 변경]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을 누릅니다.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3619119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3619119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현재(만료된) 비밀번호를 입력합니다.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200" y="385826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3858260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새 비밀번호를 두 번 입력합니다. 규칙(3.1)을 모두 채웁니다.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4200" y="4097401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4097401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새 비밀번호로 다시 로그인하고, 3.2의 기기 갱신을 합니다.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37080" y="3379978"/>
            <a:ext cx="4417296" cy="271348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0" name="Picture 39" descr="acc002_33_expi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080" y="3379978"/>
            <a:ext cx="4417296" cy="271348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883656" y="61442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3.3-1. ① [지금 변경] ② 기억나지 않으면 초기화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IT-ACC-002 · 사내 일반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15 / 29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'비밀번호가 만료되었습니다' (AUTH-104)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새 비밀번호로 로그인되면 끝난 것입니다.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만료된 비밀번호도 기억나지 않으면 </a:t>
            </a:r>
            <a:r>
              <a:rPr sz="11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[비밀번호가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기억나지 않나요?]</a:t>
            </a: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로 3.4를 따릅니다.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6533" y="20138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533" y="2013839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변경 화면에서 규칙을 채웠는데도 오류가 나면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셀프 비밀번호 재설정 포털에서 바꿉니다.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34867" y="1168400"/>
            <a:ext cx="3572933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어느 시스템 로그인에서 나왔는지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변경 화면의 오류 메시지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4200" y="2677287"/>
            <a:ext cx="11023600" cy="401574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2778887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※ 만료 14일 전부터 로그인할 때 안내가 나오고 안내 메일도 옵니다. 미리 바꾸면 업무 중에 갑자기 막히지 않습니다.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IT-ACC-002 · 사내 일반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16 / 29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비밀번호를 잊었을 때 (셀프 초기화)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60372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5132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ACC-01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9297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917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98018" y="1168400"/>
            <a:ext cx="1130697" cy="292100"/>
          </a:xfrm>
          <a:prstGeom prst="rect">
            <a:avLst/>
          </a:prstGeom>
          <a:solidFill>
            <a:srgbClr val="E5F2E7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74218" y="1219200"/>
            <a:ext cx="97829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7D3A"/>
                </a:solidFill>
                <a:latin typeface="Malgun Gothic"/>
                <a:ea typeface="Malgun Gothic"/>
                <a:cs typeface="Malgun Gothic"/>
              </a:rPr>
              <a:t>사용자 직접 조치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2871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80491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33763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509963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48163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424363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53770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129970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휴가 다녀왔더니 메일 비밀번호가 기억이 안 납니다. 초기화 부탁드려요.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비밀번호가 생각나지 않아 로그인할 수 없습니다.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24410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000" y="276555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276555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비밀번호를 잊었습니다. 회사는 비밀번호를 저장하지 않으므로 새 비밀번호로 바꾸는 방식입니다.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305549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337997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3379978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로그인 화면의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[비밀번호를 잊으셨나요?]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를 누르거나 셀프 비밀번호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재설정 포털의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[비밀번호 초기화]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를 엽니다.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382651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3826510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사번을 입력합니다.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200" y="4065651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4065651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등록 휴대폰으로 받은 인증번호를 입력합니다 (3분 안에).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4200" y="430479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4304792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새 비밀번호를 두 번 입력합니다 (3.1 규칙). 계정이 잠겨 있었다면 함께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풀립니다.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4200" y="4751324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200" y="4751324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새 비밀번호로 로그인하고 3.2의 기기 갱신을 합니다.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37080" y="3379978"/>
            <a:ext cx="4417296" cy="271348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2" name="Picture 41" descr="acc002_34_re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080" y="3379978"/>
            <a:ext cx="4417296" cy="271348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5883656" y="61442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3.4-1. 셀프 초기화: ① 사번 ② 휴대폰 본인 인증 ③ 새 비밀번호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IT-ACC-002 · 사내 일반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17 / 29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비밀번호를 잊었을 때 (셀프 초기화)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6056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새 비밀번호로 로그인되면 끝난 것입니다.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16056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휴대폰 번호가 바뀌었거나 인증번호를 받을 수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없으면 3.5를 따릅니다.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6533" y="20138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533" y="2013839"/>
            <a:ext cx="3191933" cy="5951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초기화를 두 번 했는데도 새 비밀번호로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로그인되지 않으면 IT 헬프데스크(내선 1000)에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진행한 단계와 오류 코드를 알립니다.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34867" y="1168400"/>
            <a:ext cx="3572933" cy="16056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진행한 단계와 막힌 화면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오류 코드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IT-ACC-002 · 사내 일반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18 / 29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셀프 초기화를 할 수 없을 때 (본인 인증 불가)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60372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5132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ACC-01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9297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917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98018" y="1168400"/>
            <a:ext cx="990054" cy="292100"/>
          </a:xfrm>
          <a:prstGeom prst="rect">
            <a:avLst/>
          </a:prstGeom>
          <a:solidFill>
            <a:srgbClr val="E3EAF3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74218" y="1219200"/>
            <a:ext cx="83765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 담당자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88072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64272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3121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369321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07521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283721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13127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89327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휴대폰 번호가 바뀌어서 비밀번호 초기화 인증번호를 받을 수 없습니다.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휴대폰을 잃어버려 본인 인증을 할 수 없습니다.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24410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000" y="276555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276555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등록 휴대폰으로 인증할 수 없어 셀프 초기화가 막혔습니다. 본인 확인 후 담당자가 처리해야 합니다.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305549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337997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3379978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휴대폰 번호만 바뀌었다면 인사 시스템의 휴대폰 번호 변경을 먼저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신청합니다.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382651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3826510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ITssue 챗봇이나 IT 헬프데스크(내선 1000)에 "셀프 초기화 불가"로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알립니다.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200" y="427304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4273042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서비스데스크가 화상 또는 대면으로 본인 확인을 합니다. 사원증을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준비합니다.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4200" y="4719574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4719574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임시 비밀번호는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등록 휴대폰 문자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또는 대면으로 받습니다. 24시간 안에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로그인해 새 비밀번호로 바꿉니다.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37080" y="3379978"/>
            <a:ext cx="4417296" cy="271348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0" name="Picture 39" descr="acc002_35_helpde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080" y="3379978"/>
            <a:ext cx="4417296" cy="271348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883656" y="61442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3.5-1. ① 챗봇에 상황 알리기 ② 임시 비밀번호는 등록 휴대폰 문자로만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IT-ACC-002 · 사내 일반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19 / 29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셀프 초기화를 할 수 없을 때 (본인 인증 불가)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6056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임시 비밀번호로 로그인해 새 비밀번호로 바꾸면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끝난 것입니다.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16056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휴대폰을 잃어버렸다면 먼저 분실 신고를 합니다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(IT-SEC-003 3.6).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6533" y="20138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533" y="2013839"/>
            <a:ext cx="3191933" cy="5951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다른 사람의 비밀번호를 대신 초기화해 달라는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요청은 처리하지 않습니다. 당사자가 직접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문의합니다.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34867" y="1168400"/>
            <a:ext cx="3572933" cy="16056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인증할 수 없는 이유 (번호 변경·분실)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인사 시스템 번호 변경 신청 여부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4200" y="2875661"/>
            <a:ext cx="11023600" cy="638048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297726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임시 비밀번호를 메일·메신저로 보내 달라고 하지 않습니다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3213735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헬프데스크도 메일·메신저로는 보내지 않습니다. 그렇게 보내겠다는 연락은 사칭입니다.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IT-ACC-002 · 사내 일반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20 / 29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자주 묻는 질문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IT-ACC-002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21 / 29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자주 묻는 질문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04. 자주 묻는 질문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907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674533"/>
                <a:gridCol w="7349067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답변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6223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비밀번호를 잊어버렸거나 만료됐어요. (FAQ-001)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셀프 비밀번호 재설정 포털(password.hanwha-ict.example)에서 사번과 휴대폰 인증으로 직접 재설정할 수 있습니다.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비밀번호는 12자 이상, 대·소문자·숫자·특수문자를 모두 포함해야 하며 최근 5개는 재사용할 수 없습니다. 90일마다 변경이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필요합니다.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예전 비밀번호를 알려 줄 수 있나요?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알려 드릴 수 없습니다. 회사는 비밀번호를 저장하지 않습니다. 3.4의 초기화로 새 비밀번호를 정하세요.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비밀번호 만료 알림을 끌 수 있나요?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끌 수 없습니다. 보안 정책상 90일마다 바꿔야 합니다.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메일로 "비밀번호 만료 예정, 링크에서 변경하세요"가 왔어요.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링크를 누르지 마세요. 포털 주소를 직접 입력해 바꿉니다. 의심되면 IT-SEC-001에 따라 [피싱 신고]를 누릅니다.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IT-ACC-002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22 / 29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주의사항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IT-ACC-002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23 / 29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주의사항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05. 주의사항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11023600" cy="1034796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11200" y="127000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꼭 지켜 주세요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1200" y="1506474"/>
            <a:ext cx="10769600" cy="5951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비밀번호는 누구에게도 알려 주지 않습니다. 헬프데스크·챗봇도 묻지 않습니다.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비밀번호를 바꾼 뒤에는 저장된 기기의 비밀번호도 바로 바꿉니다.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 변경 링크가 담긴 메일은 누르지 않고 포털 주소를 직접 입력합니다.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230479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230479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회사 계정과 같은 비밀번호를 다른 사이트에 쓰지 않습니다.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254393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254393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비밀번호를 메모해 모니터나 책상에 붙여 두지 않습니다.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" y="278307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78307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다른 사람의 비밀번호 초기화를 대신 요청하지 않습니다.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IT-ACC-002 · 사내 일반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24 / 29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문의처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IT-ACC-002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25 / 29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06. 문의처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2209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204720"/>
                <a:gridCol w="3307080"/>
                <a:gridCol w="55118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창구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연락처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이용 기준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ITssue 챗봇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IT 포털(hanwha-admin) 상단 [챗봇 문의]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24시간. 모든 IT 문의의 기본 창구입니다. 챗봇이 해결하지 못하면 확인을 거쳐 담당 팀에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티켓으로 접수합니다.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헬프데스크 (서비스데스크)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1000 (평일 09:00~18:00)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PC나 챗봇을 쓸 수 없을 때, 여러 사람이 함께 업무를 못 할 때, 본인 확인이 필요한 처리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1119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링크 클릭·비밀번호 입력·감염 의심·계정 도용·장비 분실처럼 바로 알려야 할 보안 문제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메신저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#it-helpdesk 채널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IT 문의 (챗봇을 쓸 수 없을 때)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it-helpdesk@hanwha-ict.example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IT 문의. 비밀번호·인증번호는 메일로 보내지 않습니다.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상황 알림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메신저 알림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접수·담당자 배정·처리 완료를 알려 드립니다. 진행 상황은 [내 요청 현황]에서도 봅니다.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IT-ACC-002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26 / 29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558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IT-ACC-002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27 / 29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관련 문서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837267"/>
                <a:gridCol w="4133850"/>
                <a:gridCol w="505248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문서명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이럴 때 봅니다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SSO 로그인 오류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로그인 오류·계정 잠김, 바꾼 뒤 반복 잠김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MFA 인증 오류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 앱·인증번호 문제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피싱·의심 메일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피싱 사이트에 비밀번호를 입력했을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계정 도용·장비 분실 신고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바꾸지 않았는데 비밀번호가 바뀌었을 때, 휴대폰 분실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IT-STD-001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서비스 운영 기준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긴급도와 처리 기준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3347085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용어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4200" y="3671570"/>
          <a:ext cx="11023600" cy="1460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755900"/>
                <a:gridCol w="82677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용어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셀프 비밀번호 재설정 포털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사번과 휴대폰 인증으로 비밀번호를 직접 바꾸거나 초기화하는 사이트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비밀번호 만료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기간 90일이 지나 새 비밀번호로 바꿔야 하는 상태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임시 비밀번호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본인 확인 후 발급하는 일회용 비밀번호. 24시간 안에 새 비밀번호로 바꾼다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본인 확인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사번과 등록 휴대폰 인증, 또는 화상·대면으로 계정 주인인지 확인하는 것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IT-ACC-002 · 사내 일반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28 / 29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625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2145"/>
                <a:gridCol w="1403004"/>
                <a:gridCol w="1603433"/>
                <a:gridCol w="7015018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개정일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작성자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v1.0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계정·로그인 통합본 최초 작성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v1.1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사용자용·관리자용 분리, 본인 확인·콘솔 절차 추가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v1.2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IT-ACC-001~003 가이드와 -M 매뉴얼로 나눔. 저장소 기준 값(회사명, 비밀번호 12자·4종, 잠금 10분, 연락처·담당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조직)으로 정리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7개 분류 통합 정리본. 문서 양식·열람 등급·용어·연락처를 통일하고 분류 사이의 중복 내용을 한 문서로 정리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IT-ACC-002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29 / 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IT-ACC-002 비밀번호 변경·초기화 가이드</dc:title>
  <dc:subject>사내 일반 · 전 임직원</dc:subject>
  <dc:creator>서비스데스크</dc:creator>
  <cp:keywords>비밀번호 변경, 비밀번호 초기화, 비밀번호 분실, 비밀번호를 잊었어요, 비밀번호 만료, 비밀번호가 만료되었습니다, AUTH-104, 비밀번호 규칙, 12자, 대문자 소문자 숫자 특수문자, 최근 사용한 비밀번호는 사용할 수 없습니다, 복잡도, 90일, 셀프 비밀번호 재설정 포털, 임시 비밀번호, 본인 확인, 휴대폰 인증, 휴가 후 비밀번호</cp:keywords>
  <dc:description>generated using python-pptx</dc:description>
  <cp:lastModifiedBy>서비스데스크</cp:lastModifiedBy>
  <cp:revision>1</cp:revision>
  <dcterms:created xsi:type="dcterms:W3CDTF">2013-01-27T09:14:16Z</dcterms:created>
  <dcterms:modified xsi:type="dcterms:W3CDTF">2013-01-27T09:15:58Z</dcterms:modified>
  <cp:category>사내 일반</cp:category>
</cp:coreProperties>
</file>