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84200" y="1651000"/>
            <a:ext cx="1168400" cy="508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84200" y="2108200"/>
            <a:ext cx="11023600" cy="2705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9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한화시스템 ICT IT 담당자 매뉴얼 · 계정·로그인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2489200"/>
            <a:ext cx="11023600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사내 SSO 로그인 오류 처리 매뉴얼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4200" y="3149600"/>
            <a:ext cx="11023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IT-ACC-001-M  |  서비스데스크  |  2026.10.16  |  Ver 2.0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4200" y="3581400"/>
            <a:ext cx="2449984" cy="304800"/>
          </a:xfrm>
          <a:prstGeom prst="roundRect">
            <a:avLst>
              <a:gd name="adj" fmla="val 16666"/>
            </a:avLst>
          </a:prstGeom>
          <a:solidFill>
            <a:srgbClr val="B843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9300" y="3644900"/>
            <a:ext cx="2449984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사내 제한 · IT 운영 담당자·관리자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5689600"/>
            <a:ext cx="110236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IT운영·보안 조직 내부 문서입니다. 사용자에게 문서 자체를 전달하지 않고, 안내는 짝이 되는 임직원용 가이드를 기준으로 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IT-ACC-001-M · 사내 제한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 / 32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문서 정보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IT-ACC-001-M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32280"/>
                <a:gridCol w="3779520"/>
                <a:gridCol w="1732280"/>
                <a:gridCol w="377952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번호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IT-ACC-001-M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분류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 계정·로그인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시행일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유형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등급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제한 (IT 운영 담당자·관리자)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관리 부서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승인자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 팀장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대상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서비스데스크, 시스템인프라팀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 사용자 가이드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IT-ACC-001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포함 시나리오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ACC-02, ACC-04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FAQ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FAQ-002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IT-ACC-001-M · 사내 제한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 / 32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Contents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65200" y="1244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1. 개요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659892" y="1431290"/>
            <a:ext cx="84239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185400" y="1244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5200" y="16764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2. 접수·분류 기준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480134" y="1863090"/>
            <a:ext cx="7603666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185400" y="1676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6p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5200" y="21082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3. 증상별 처리 절차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73908" y="2294890"/>
            <a:ext cx="74098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185400" y="21082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11p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5200" y="25400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4. 대형 장애 대응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496108" y="2726690"/>
            <a:ext cx="75876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185400" y="25400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26p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5200" y="29718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5. 처리 기록 기준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96108" y="3158490"/>
            <a:ext cx="75876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185400" y="29718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28p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200" y="3403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6. 연락처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837692" y="3590290"/>
            <a:ext cx="82461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185400" y="3403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30p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5200" y="3835400"/>
            <a:ext cx="94996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783011" y="4002088"/>
            <a:ext cx="8300789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185400" y="3835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32p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IT-ACC-001-M · 사내 제한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 / 32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IT-ACC-001-M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4 / 32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01. 개요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목적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4200" y="1492885"/>
            <a:ext cx="11023600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IT-ACC-001로 들어오는 SSO 로그인 문의(비밀번호 불일치, 잠김·반복 잠김, 로그인 자체 불가, 휴면, 사용 중지, 세션 끊김)를 서비스데스크가 셀프 안내로 끝낼지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콘솔에서 처리할지, SSO 장애로 시스템인프라팀에 넘길지 판단하고 같은 기준으로 처리한다.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200" y="199656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담당 범위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84200" y="2321052"/>
          <a:ext cx="11023600" cy="11684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624667"/>
                <a:gridCol w="8398933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1차 처리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서비스데스크(L1): 오류 코드 확인, 셀프 해제·초기화 안내, 본인 확인 후 잠금 해제·세션 종료, 반복 잠김 원인 분석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2차 이관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시스템인프라팀(L2): SSO 서버·인증서·세션 설정 장애(ACC-04), 디렉터리 동기화 지연 / 정보보안팀: 도용 의심 (IT-SEC-003-M)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배정 기준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ACC-02: 계정·로그인 1차 (이도윤, 공서현, 윤재현) / ACC-04: SSO·메일 서버 (임재원, 한지민, 오가윤). 재배정은 각 팀장이 승인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시스템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계정 관리 콘솔, SSO 서비스 상태, 인사 시스템, 상담 기록 시스템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IT-ACC-001-M · 사내 제한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5 / 32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접수·분류 기준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IT-ACC-001-M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6 / 32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접수·분류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02. 접수·분류 기준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사용자 가이드의 항목별 기본값입니다. 긴급도 기준은 IT-STD-001 IT 서비스 운영 기준을 따릅니다.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64691"/>
          <a:ext cx="11023601" cy="25400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621048"/>
                <a:gridCol w="1009203"/>
                <a:gridCol w="3571025"/>
                <a:gridCol w="931572"/>
                <a:gridCol w="1319727"/>
                <a:gridCol w="2018406"/>
                <a:gridCol w="155262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번호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문의 유형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증상·요청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기본 긴급도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1차 처리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방식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이관 대상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'아이디 또는 비밀번호가 일치하지 않습니다' (AUTH-101)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즉시 처리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—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계정이 잠겼을 때 (AUTH-102) · 반복해서 잠길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즉시 처리 후 필요 시 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 (도용 의심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ACC-04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통합 로그인 자체가 안 될 때 (로딩·화면 반복·여러 명 동시)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대형 장애 (대표 티켓)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시스템인프라팀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휴면 계정일 때 (AUTH-103)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즉시 처리 (180일 이상은 티켓)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—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사용이 중지된 계정일 때 (AUTH-105)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 (보안 정지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자꾸 로그아웃될 때 · 안전한 로그아웃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즉시 처리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 (중복 로그인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의심 시)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4106291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0" y="443077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443077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처리: 셀프 해제·10분 자동 해제·쿠키 삭제 안내 등 안내만으로 끝낸 건. 티켓 없이 상담 기록만 남긴다 (문의이력 ACC-02 즉시 처리 3건).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" y="466991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466991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티켓: 콘솔 작업(반복 잠김 분석, 사용 중지·장기 휴면 처리)이 필요한 건. RDY → WIP → FIN → CLS 으로 관리한다.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000" y="490905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490905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대형 장애: 여러 사용자가 동시에 로그인하지 못하면 ACC-04(P1) 대표 티켓으로 시스템인프라팀에 넘긴다.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IT-ACC-001-M · 사내 제한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7 / 32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접수·분류 기준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02. 접수·분류 기준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긴급도 조정 조건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14928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14928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ACC-02는 기본 P3, ACC-04는 P1이다.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0" y="17320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7320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"오늘 오후 고객 미팅", "마감"처럼 당일 업무 차질이 있으면 P2로 한 단계 올린다 (INQ-2026-00319).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" y="197116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197116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로그인 실패 문의가 10분 안에 여러 건이거나 "옆자리도 안 된다"는 말이 있으면 ACC-04로 전환한다 (INQ-2026-00253, INQ-2026-00396).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000" y="221030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21030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해외·심야 실패 기록, 바꾸지 않은 비밀번호 변경은 보안 사고로 보고 정보보안팀에 넘긴다 (IT-SEC-003-M 3.4).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4200" y="2500249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본인 확인 수준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84200" y="2824734"/>
          <a:ext cx="11023601" cy="1498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827894"/>
                <a:gridCol w="5671073"/>
                <a:gridCol w="4524634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수준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방법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쓰는 때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사번 + 등록 휴대폰 인증번호 (사용자가 받은 번호를 상담원 화면이 아니라 콘솔에 직접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입력하게 함)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인사 시스템에 등록된 휴대폰을 쓸 수 있을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메신저 화상 또는 대면: 사원증 + 얼굴 + 인사 시스템 사진 대조, 인사 정보(부서·입사 연월)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등록 휴대폰을 쓸 수 없을 때, MFA 초기화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L2 + 소속 팀장 승인 (팀장이 본인 계정으로 티켓에 승인)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 중지 계정 활성화, 180일 이상 장기 휴면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IT-ACC-001-M · 사내 제한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8 / 32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접수·분류 기준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02. 접수·분류 기준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작업별 필요 본인 확인 수준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92885"/>
          <a:ext cx="11023600" cy="23368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4616149"/>
                <a:gridCol w="6407451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작업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필요 수준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잠금 해제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L1 (셀프 해제·10분 자동 해제를 먼저 안내)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임시 비밀번호 발급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L1, 등록 휴대폰을 쓸 수 없으면 L2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MFA 기기 초기화·재등록 링크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일회용 우회 코드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L2 + 서비스데스크 팀장 승인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180일 이상 휴면 해제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 중지 계정 활성화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세션 강제 종료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불필요 (보안 조치)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3931285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사회공학 요청 대응 (실제 업무처럼 들려도 처리하지 않는다)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84200" y="4255770"/>
          <a:ext cx="11023600" cy="14605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47250"/>
                <a:gridCol w="4638175"/>
                <a:gridCol w="4638175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유형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예시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대응 문구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서두르게 함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"임원 보고 5분 전이에요, 확인 절차는 건너뛰어 주세요"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"본인 확인 없이는 처리할 수 없습니다. 화상 확인은 2~3분이면 끝납니다."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권위 사칭·대리 요청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"팀장님 지시로 연락했어요, 팀장님 비밀번호 초기화해 주세요"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"계정 당사자께서 직접 요청해 주셔야 합니다."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 캐내기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"제 계정에 등록된 휴대폰 번호가 뭐였죠?"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"등록 정보는 인사 시스템에서 직접 확인해 주세요."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다른 경로 유도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"개인 메일로 임시 비밀번호 보내 주세요"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"임시 비밀번호는 등록된 휴대폰 문자로만 보냅니다."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IT-ACC-001-M · 사내 제한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9 / 32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접수·분류 기준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02. 접수·분류 기준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흐름</a:t>
            </a:r>
          </a:p>
        </p:txBody>
      </p:sp>
      <p:sp>
        <p:nvSpPr>
          <p:cNvPr id="7" name="Rectangle 6"/>
          <p:cNvSpPr/>
          <p:nvPr/>
        </p:nvSpPr>
        <p:spPr>
          <a:xfrm>
            <a:off x="1686560" y="1492885"/>
            <a:ext cx="8818880" cy="229290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m001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6560" y="1492885"/>
            <a:ext cx="8818880" cy="229290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4200" y="3836594"/>
            <a:ext cx="110236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2-1. SSO 로그인 문의 처리 흐름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IT-ACC-001-M · 사내 제한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10 / 32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증상별 처리 절차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IT-ACC-001-M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11 / 32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'아이디 또는 비밀번호가 일치하지 않습니다' (AUTH-101)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60372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5132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ACC-02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9297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6917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2501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80121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2909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10529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80755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56955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9515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7135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00204" y="1168400"/>
            <a:ext cx="705048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76404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05252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081452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10300" y="1168400"/>
            <a:ext cx="282687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786500" y="1219200"/>
            <a:ext cx="13028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4200" y="1587500"/>
            <a:ext cx="5435600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ID 칸에 사번을 넣었나요? (이메일 아님)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최근 비밀번호를 바꿨나요?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200" y="24710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24710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남은 시도 횟수는?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1200" y="27075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" y="2707513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다른 기기에서도 같은가요?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72200" y="1587500"/>
            <a:ext cx="5435600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26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처리: 입력 확인(Caps Lock·한/영·사번)과 셀프 초기화 안내로 끝낸다.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99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26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전환: 이미 잠겼으면 3.2, 최근 변경 뒤 실패가 쌓이면 3.2의 반복 잠김 분석.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4200" y="317258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000" y="349707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8200" y="349707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사번·입력 상태를 확인하도록 안내한다.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5000" y="373621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8200" y="373621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비밀번호가 기억나지 않으면 셀프 포털 초기화(IT-ACC-002 3.4)를 안내한다.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5000" y="397535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8200" y="397535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더 시도하지 않도록 안내한다 (5회 실패 시 잠김).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5000" y="421449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8200" y="421449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로그인 성공을 확인하고 상담 기록을 남긴다.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84200" y="4504436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4200" y="4828921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Rectangle 54"/>
          <p:cNvSpPr/>
          <p:nvPr/>
        </p:nvSpPr>
        <p:spPr>
          <a:xfrm>
            <a:off x="584200" y="4828921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787400" y="4930521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ID는 사번이며 Caps Lock·한/영 전환을 확인해 주세요. 비밀번호가 기억나지 않으면 셀프 비밀번호 재설정 포털에서 직접 바꿀 수 있습니다.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IT-ACC-001-M · 사내 제한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12 / 32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84835"/>
            <a:ext cx="8483600" cy="269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'아이디 또는 비밀번호가 일치하지 않습니다' (AUTH-101)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문의이력에 별도 기록 없음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1684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172200" y="11684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299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9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6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메시지·코드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9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6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최근 비밀번호 변경 여부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20519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IT-ACC-001-M · 사내 제한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13 / 32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계정이 잠겼을 때 (AUTH-102) · 반복해서 잠길 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60372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5132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ACC-02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9297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6917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2501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80121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2909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10529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80755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56955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9515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7135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00204" y="1168400"/>
            <a:ext cx="164564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76404" y="1219200"/>
            <a:ext cx="149324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 후 필요 시 티켓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45846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022046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50894" y="1168400"/>
            <a:ext cx="1647254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727094" y="1219200"/>
            <a:ext cx="149485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정보보안팀 (도용 의심 시)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4200" y="1587500"/>
            <a:ext cx="5435600" cy="16437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언제부터, 몇 번 잠겼나요?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최근 비밀번호를 바꿨나요? 그 날짜는?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200" y="24710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24710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공유 드라이브·휴대폰 메일 앱에 비밀번호를 저장했나요?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1200" y="27075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" y="2707513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잠금 해제를 셀프로 해 봤나요?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72200" y="1587500"/>
            <a:ext cx="5435600" cy="16437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26200" y="1998091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처리: 단순 잠김은 10분 자동 해제·셀프 해제를 안내한다 (INQ-2026-00022,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INQ-2026-00123).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99200" y="2432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26200" y="2432939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티켓: 풀어도 다시 잠기면 로그인 실패 기록으로 원인을 찾는다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(INQ-2026-00026, INQ-2026-00038, INQ-2026-00162).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99200" y="286778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26200" y="286778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전환: 해외·여러 IP·심야 실패면 해제하지 않고 정보보안팀에 넘긴다.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4200" y="3332861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IT-ACC-001-M · 사내 제한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14 / 32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계정이 잠겼을 때 (AUTH-102) · 반복해서 잠길 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1168400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본인 확인 L1 이상인지 확인한다. 자동 해제까지 얼마 남지 않았으면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기다리도록 안내한다.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200" y="1614932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1614932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계정 관리 콘솔 › [로그인 기록]에서 실패한 경로·위치·간격을 본다.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200" y="1854073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1854073"/>
            <a:ext cx="4816856" cy="62217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기기·사내망에서 1분 간격이면 자격 증명 관리자·휴대폰 메일 앱의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예전 비밀번호를 지우고 다시 연결하도록 안내한다. 필요하면 원격으로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정리한다 (INQ-2026-00278).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2507996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2507996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[잠금 해제]를 누르고 사용자 로그인 성공을 확인한다.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200" y="2747137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2747137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해외 IP·여러 계정 동시 잠김이면 해제하지 않고 정보보안팀 또는 4장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절차로 넘긴다.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83656" y="1168400"/>
            <a:ext cx="5724144" cy="351626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m_iam_f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56" y="1168400"/>
            <a:ext cx="5724144" cy="35162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883656" y="4735460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3.2-1. 계정 관리 콘솔: ① 같은 기기·1분 간격 실패 = 저장된 예전 비밀번호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4200" y="50428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4200" y="5367285"/>
            <a:ext cx="11023600" cy="61798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584200" y="5367285"/>
            <a:ext cx="50800" cy="61798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87400" y="5468885"/>
            <a:ext cx="10693400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계정 잠금을 해제했습니다. 비밀번호를 바꾼 뒤 공유 드라이브에 저장된 예전 비밀번호가 계속 로그인을 시도해 잠겼던 것으로, 저장 항목을 지우고 다시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연결했습니다. 휴대폰 메일 앱의 비밀번호도 새 비밀번호로 바꿔 주세요.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IT-ACC-001-M · 사내 제한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15 / 32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계정이 잠겼을 때 (AUTH-102) · 반복해서 잠길 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5435600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비밀번호 변경 시 모바일 앱·저장 자격 증명 갱신 안내를 변경 완료 화면에 추가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(문의이력)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168400"/>
            <a:ext cx="5435600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172200" y="11684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299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9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6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잠긴 시각들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9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6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실패 기록 판단 결과 (예전 비밀번호 / 입력 실수 / 대입 시도)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20519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최근 비밀번호 변경일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9200" y="22884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6200" y="2288413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IT-ACC-001-M · 사내 제한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16 / 32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통합 로그인 자체가 안 될 때 (로딩·화면 반복·여러 명 동시)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60372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5132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ACC-04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9297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6917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2501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80121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2909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10529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80755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56955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9515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7135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00204" y="1168400"/>
            <a:ext cx="1393254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76404" y="1219200"/>
            <a:ext cx="124085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대형 장애 (대표 티켓)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93458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769658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98507" y="1168400"/>
            <a:ext cx="1041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474707" y="1219200"/>
            <a:ext cx="889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시스템인프라팀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4200" y="1587500"/>
            <a:ext cx="5435600" cy="184213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주변에도 같은 증상인 사람이 있나요? 몇 명, 어느 부서인가요?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화면은? (로딩만 돎, 로그인 화면 반복, 인증 실패)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200" y="24710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24710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언제부터인가요?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1200" y="27075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" y="2707513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캐시 삭제·비밀번호 변경을 이미 해 봤나요?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72200" y="1587500"/>
            <a:ext cx="5435600" cy="184213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26200" y="1998091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대형 장애: 같은 증상이 여러 명·여러 부서에서 들어오면 ACC-04(P1)로 보고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4장을 따른다 (MI-2026-05, MI-2026-07).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99200" y="2432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26200" y="2432939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개인 건: 한 명만이면 쿠키·캐시·시크릿 창·시간 동기화를 안내하고, 로그인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기록에 성공이 있는데 화면이 반복되면 [세션 강제 종료] 후 재시도한다.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99200" y="286778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26200" y="2867787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실패 기록조차 없으면 요청이 SSO까지 오지 않는 것이므로 PC 프록시·보안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프로그램을 엔드포인트지원팀과 확인한다.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4200" y="3531235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IT-ACC-001-M · 사내 제한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17 / 32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84835"/>
            <a:ext cx="8483600" cy="269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통합 로그인 자체가 안 될 때 (로딩·화면 반복·여러 명 동시)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1168400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증상 문의 수를 확인한다. 여러 명이면 개별 처리를 멈추고 대표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티켓(MI-YYYY-NN)을 만든다.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200" y="1614932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1614932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시스템인프라팀에 전화로 알린다 (내선 1050). SSO 서비스 상태에서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인증서 만료·직전 배포를 확인한다.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200" y="2061464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2061464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원인에 따라 인증서를 갱신하고 서비스를 다시 시작하거나, 직전 배포를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되돌리고 세션 캐시를 초기화한다 (INQ-2026-00396).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2507996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2507996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ITssue 챗봇 첫 화면과 전사 공지에 장애 안내를 올린다. 사용자에게 캐시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삭제·비밀번호 변경을 반복하지 말라고 안내한다.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200" y="2954528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2954528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복구 후 연결된 티켓을 한꺼번에 종료한다. 개인 건은 로그인 성공을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확인하고 종료한다.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83656" y="1168400"/>
            <a:ext cx="5724144" cy="351626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m_sso_stat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56" y="1168400"/>
            <a:ext cx="5724144" cy="35162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883656" y="4735460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3.3-1. SSO 서비스 상태: ① 인증 성공률·문의 급증 ② 인증서 만료·직전 배포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4200" y="50428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4200" y="5367285"/>
            <a:ext cx="11023600" cy="61798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584200" y="5367285"/>
            <a:ext cx="50800" cy="61798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87400" y="5468885"/>
            <a:ext cx="10693400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통합 로그인 서버 인증서가 만료되어 회사 전체에서 로그인이 되지 않았습니다. 인증서를 갱신해 지금은 정상입니다. 브라우저를 다시 열고 로그인해 주세요.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비밀번호는 바꾸지 않으셔도 됩니다.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IT-ACC-001-M · 사내 제한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18 / 32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84835"/>
            <a:ext cx="8483600" cy="269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통합 로그인 자체가 안 될 때 (로딩·화면 반복·여러 명 동시)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5435600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인증서 만료 30일·7일 전 자동 알림 등록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인증서버 업데이트 시 단계적 배포 적용 (모두 문의이력)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168400"/>
            <a:ext cx="5435600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172200" y="11684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299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9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6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증상 문의 수·부서·첫 신고 시각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증상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9200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6200" y="20519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사용자가 이미 한 조치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9200" y="22884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6200" y="2288413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대표 티켓 번호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4200" y="2753487"/>
            <a:ext cx="11023600" cy="638048"/>
          </a:xfrm>
          <a:prstGeom prst="rect">
            <a:avLst/>
          </a:prstGeom>
          <a:solidFill>
            <a:srgbClr val="FDF0E7"/>
          </a:solidFill>
          <a:ln w="10160">
            <a:solidFill>
              <a:srgbClr val="F2C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11200" y="285508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★ 장애 중에는 개별 계정의 비밀번호 초기화·잠금 해제로 대응하지 않는다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200" y="3091561"/>
            <a:ext cx="10769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원인이 서버에 있으므로 개별 조치는 효과가 없고 사용자 혼란만 커진다 (INQ-2026-00397, 00398).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IT-ACC-001-M · 사내 제한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19 / 32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휴면 계정일 때 (AUTH-103)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60372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5132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ACC-02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9297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6917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2501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80121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2909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10529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80755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56955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9515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7135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00204" y="1168400"/>
            <a:ext cx="1912727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76404" y="1219200"/>
            <a:ext cx="176032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 (180일 이상은 티켓)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1293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28913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17979" y="1168400"/>
            <a:ext cx="282687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994179" y="1219200"/>
            <a:ext cx="13028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4200" y="15875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마지막으로 로그인한 무렵은?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휴직 후 복직했나요? 인사 시스템에 반영됐나요?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200" y="24710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24710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등록 휴대폰을 지금도 쓰나요?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72200" y="15875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26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처리: 90~180일 휴면은 셀프 해제를 안내한다.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99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26200" y="2234565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티켓: 180일 이상 장기 휴면은 인사 시스템에서 재직 상태를 확인하고 본인 확인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L2 후 해제한다.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4200" y="293611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4200" y="3260598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8200" y="3260598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계정 관리 콘솔에서 상태(DORMANT)와 마지막 로그인을 확인한다.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4200" y="3499739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8200" y="3499739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180일 미만이면 [휴면 해제하기] 셀프 절차를 안내한다.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4200" y="3738880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8200" y="3738880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180일 이상이면 인사 시스템에서 재직 상태를 확인하고, 재직이 아니면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처리하지 않는다.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4200" y="4185412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8200" y="4185412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본인 확인 L2 후 휴면을 해제하고 비밀번호를 만료 상태로 둔다. 사용자는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첫 로그인에서 바꾼다.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4200" y="4631944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⑤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8200" y="4631944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해제 직후 7일간 로그인 기록을 모니터링 대상으로 지정한다.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39910" y="3260598"/>
            <a:ext cx="4611636" cy="283286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4" name="Picture 53" descr="m_iam_us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910" y="3260598"/>
            <a:ext cx="4611636" cy="2832862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5883656" y="6144260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3.4-1. 계정 관리 콘솔: ① 계정 상태·인사 상태 확인 ② 콘솔 작업 버튼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IT-ACC-001-M · 사내 제한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20 / 32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휴면 계정일 때 (AUTH-103)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84200" y="1492885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87400" y="1594485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휴면 상태를 해제했습니다. 첫 로그인에서 새 비밀번호로 바꿔 주세요. 비밀번호 규칙은 12자 이상, 대·소문자·숫자·특수문자 모두 포함입니다.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4200" y="2005076"/>
            <a:ext cx="5435600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84200" y="2005076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11200" y="213207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200" y="241566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41566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문의이력에 별도 기록 없음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1200" y="265214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265214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복직자에게 복직 안내와 함께 휴면 해제 방법을 보내는 것을 검토한다.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2005076"/>
            <a:ext cx="5435600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172200" y="2005076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299200" y="213207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9200" y="241566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6200" y="241566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마지막 로그인 시기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9200" y="265214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6200" y="265214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인사 상태(재직·휴직·복직)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99200" y="288861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6200" y="288861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본인 확인 수준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99200" y="312508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26200" y="312508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IT-ACC-001-M · 사내 제한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21 / 32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3.5 사용이 중지된 계정일 때 (AUTH-105)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60372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5132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ACC-02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9297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6917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2501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80121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2909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10529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80755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56955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9515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7135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00204" y="1168400"/>
            <a:ext cx="406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76404" y="1219200"/>
            <a:ext cx="25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06604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782804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11652" y="1168400"/>
            <a:ext cx="1647254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487852" y="1219200"/>
            <a:ext cx="149485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정보보안팀 (보안 정지 시)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4200" y="1587500"/>
            <a:ext cx="5435600" cy="16437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휴직·복직 여부와 날짜는?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인사 시스템에 복직 처리가 됐나요?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200" y="24710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24710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최근 보안 관련 안내를 받은 적이 있나요?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72200" y="1587500"/>
            <a:ext cx="5435600" cy="16437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26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휴직 중: 처리하지 않는다. 복직 처리 뒤 인사팀이 활성화를 요청한다.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99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26200" y="2234565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복직 완료: 본인 확인 L3(L2 + 팀장 승인) 후 활성화하고 셀프 비밀번호 초기화를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안내한다.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99200" y="26694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26200" y="2669413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보안 사유 정지: 처리하지 않는다. 정보보안팀 확인이 필요하다.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퇴사(DISABLED)는 처리할 수 없다.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4200" y="3332861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000" y="365734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8200" y="365734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계정 관리 콘솔에서 상태(SUSPENDED·DISABLED)와 정지 사유를 확인한다.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5000" y="389648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8200" y="389648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인사 시스템에서 재직 상태를 확인한다.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5000" y="413562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8200" y="413562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복직 완료면 본인 확인 L3를 거쳐 활성화한다.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5000" y="4374769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8200" y="4374769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보안 정지면 정보보안팀에 넘기고 사용자에게는 "확인 후 연락드린다"고만 안내한다.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5000" y="461391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⑤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8200" y="461391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처리 결과를 기록하고 종료한다.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84200" y="4903851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84200" y="5228336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Rectangle 56"/>
          <p:cNvSpPr/>
          <p:nvPr/>
        </p:nvSpPr>
        <p:spPr>
          <a:xfrm>
            <a:off x="584200" y="5228336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787400" y="5329936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복직 처리가 확인되어 계정을 다시 활성화했습니다. 셀프 비밀번호 재설정 포털에서 새 비밀번호로 바꾼 뒤 로그인해 주세요.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IT-ACC-001-M · 사내 제한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22 / 32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3.5 사용이 중지된 계정일 때 (AUTH-105)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5435600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문의이력에 별도 기록 없음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168400"/>
            <a:ext cx="5435600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172200" y="11684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299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9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6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계정 상태와 정지 사유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9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6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인사 상태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20519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본인 확인 수준과 팀장 승인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9200" y="22884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6200" y="2288413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IT-ACC-001-M · 사내 제한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23 / 32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3.6 자꾸 로그아웃될 때 · 안전한 로그아웃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60372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5132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ACC-02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9297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6917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2501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80121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2909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10529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80755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56955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9515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7135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00204" y="1168400"/>
            <a:ext cx="705048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76404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05252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081452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10300" y="1168400"/>
            <a:ext cx="2072903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786500" y="1219200"/>
            <a:ext cx="1920503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정보보안팀 (중복 로그인 의심 시)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4200" y="1587500"/>
            <a:ext cx="5435600" cy="14072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얼마 만에 끊기나요? (30분 미사용 / 5분 안 반복)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다른 PC·브라우저에서도 로그인해 있나요?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200" y="24710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24710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"다른 기기에서 로그인되어 종료" 안내가 나왔나요?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72200" y="1587500"/>
            <a:ext cx="5435600" cy="14072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26200" y="1998091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처리: 30분 미사용 로그아웃은 정상 동작으로 안내한다. 5분 안 반복은 3.3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개인 건 조치를 안내한다.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99200" y="2432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26200" y="2432939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전환: 본인이 다른 곳에서 로그인하지 않았는데 중복 로그인으로 끊기면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IT-SEC-003-M 3.1로 넘긴다.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4200" y="309638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000" y="342087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8200" y="342087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끊기는 간격과 메시지를 확인한다.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000" y="366001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8200" y="366001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30분 미사용이면 정상 정책을 안내한다.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5000" y="389915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8200" y="389915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반복이면 쿠키·캐시 삭제와 시간 동기화를 안내한다.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5000" y="413829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8200" y="413829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중복 로그인 의심이면 로그인 기록을 확인해 정보보안팀에 넘긴다.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4200" y="4428236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84200" y="4752721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Rectangle 52"/>
          <p:cNvSpPr/>
          <p:nvPr/>
        </p:nvSpPr>
        <p:spPr>
          <a:xfrm>
            <a:off x="584200" y="4752721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787400" y="4854321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30분 동안 사용하지 않으면 보안 정책에 따라 자동으로 로그아웃됩니다. 작성 중인 내용은 임시 저장되니 다시 로그인해 이어서 작업해 주세요.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IT-ACC-001-M · 사내 제한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24 / 32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3.6 자꾸 로그아웃될 때 · 안전한 로그아웃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문의이력에 별도 기록 없음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1684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172200" y="11684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299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9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6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끊기는 간격과 메시지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9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6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로그인한 기기 목록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20519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IT-ACC-001-M · 사내 제한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25 / 32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대형 장애 대응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IT-ACC-001-M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26 / 32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대형 장애 대응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04. 대형 장애 대응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35000" y="116840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1168400"/>
            <a:ext cx="10769600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여러 사용자가 동시에 통합 로그인을 하지 못하면 개인 장애(ACC-02)가 아니라 ACC-04 SSO 장애(P1)로 판단한다. 예: MI-2026-05(SSO 인증서 만료)는 2026-07-15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08:55부터 7건, 95분 / MI-2026-07(인증서버 업데이트 후 세션 설정 오류)은 2026-08-26 09:02부터 3건, 176분.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000" y="161493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161493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대표 티켓(MI-YYYY-NN)을 만들고 같은 증상의 개별 문의는 대표 티켓에 연결한다 (MAN-00 7장).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185407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185407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시스템인프라팀이 인증서 갱신 또는 직전 배포 롤백·세션 캐시 초기화로 복구한다. 서비스데스크는 개별 계정 조치를 멈춘다.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00" y="209321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209321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전사 공지와 ITssue 챗봇 첫 화면에 안내를 올린다. 공지에는 증상, 하지 말 것(캐시 삭제·비밀번호 변경 반복), 복구 예정 시각을 넣는다.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000" y="233235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233235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복구 후 연결된 티켓을 한꺼번에 종료한다 (해결 방법: "MI-YYYY-NN 대형 장애 복구로 일괄 해결"). 장애 보고서에 원인·조치·재발 방지를 남긴다.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4200" y="2622296"/>
            <a:ext cx="11023600" cy="638048"/>
          </a:xfrm>
          <a:prstGeom prst="rect">
            <a:avLst/>
          </a:prstGeom>
          <a:solidFill>
            <a:srgbClr val="FDF0E7"/>
          </a:solidFill>
          <a:ln w="10160">
            <a:solidFill>
              <a:srgbClr val="F2C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11200" y="272389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★ 같은 오류 코드 티켓이 10분 안에 몰리면 개별 잠금 해제를 멈춘다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200" y="2960370"/>
            <a:ext cx="10769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공격이라면 해제가 피해를 키운다. 정보보안팀에 동시에 알린다.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IT-ACC-001-M · 사내 제한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27 / 32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처리 기록 기준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IT-ACC-001-M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28 / 32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처리 기록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05. 처리 기록 기준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티켓을 종료할 때 아래 항목을 남깁니다.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64691"/>
          <a:ext cx="11023600" cy="20447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396435"/>
                <a:gridCol w="8627165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적는 내용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확인된 원인 한 줄 (예: 자격 증명 관리자에 저장된 예전 비밀번호)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조치 내용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실제로 한 조치. 즉시 처리면 앞에 [즉시 처리]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본인 확인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수준과 방법 (예: L1 사번 + 휴대폰 인증). 비밀번호·인증번호 값은 적지 않는다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재발 방지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같은 문의를 줄이기 위한 조치 (없으면 빈칸)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FAQ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안내에 쓴 FAQ 번호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가이드 반영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가이드에 추가·수정이 필요한지 (필요 / 불필요)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IT-ACC-001-M · 사내 제한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29 / 32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연락처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IT-ACC-001-M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30 / 32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연락처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06. 연락처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755900"/>
                <a:gridCol w="2755900"/>
                <a:gridCol w="55118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연락처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이럴 때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헬프데스크 내선 1000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1차 접수, 잠금 해제·임시 비밀번호·MFA 초기화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 팀장 (이건우)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1000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재배정 승인, 본인 확인 불가 건 판단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시스템인프라팀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1050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SSO 서버·인증서·디렉터리 동기화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1119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계정 도용·사칭 의심 (IT-SEC-003-M)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인사팀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그룹웨어 조직도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재직·휴직 상태, 등록 휴대폰 번호 확인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IT-ACC-001-M · 사내 제한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31 / 32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84200" y="1168400"/>
          <a:ext cx="11023600" cy="1625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002145"/>
                <a:gridCol w="1403004"/>
                <a:gridCol w="1603433"/>
                <a:gridCol w="7015018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개정일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작성자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 내용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v1.0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계정·로그인 통합본 최초 작성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v1.1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사용자용·관리자용 분리, 본인 확인·콘솔 절차 추가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v1.2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IT-ACC-001~003 가이드와 -M 매뉴얼로 나눔. 저장소 기준 값(회사명, 비밀번호 12자·4종, 잠금 10분, 연락처·담당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조직)으로 정리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7개 분류 통합 정리본. 문서 양식·열람 등급·용어·연락처를 통일하고 분류 사이의 중복 내용을 한 문서로 정리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IT-ACC-001-M · 사내 제한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32 / 32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IT-ACC-001-M 사내 SSO 로그인 오류 처리 매뉴얼</dc:title>
  <dc:subject>사내 제한 · IT 운영 담당자·관리자</dc:subject>
  <dc:creator>서비스데스크</dc:creator>
  <cp:keywords/>
  <dc:description>generated using python-pptx</dc:description>
  <cp:lastModifiedBy>서비스데스크</cp:lastModifiedBy>
  <cp:revision>1</cp:revision>
  <dcterms:created xsi:type="dcterms:W3CDTF">2013-01-27T09:14:16Z</dcterms:created>
  <dcterms:modified xsi:type="dcterms:W3CDTF">2013-01-27T09:15:58Z</dcterms:modified>
  <cp:category>사내 제한</cp:category>
</cp:coreProperties>
</file>