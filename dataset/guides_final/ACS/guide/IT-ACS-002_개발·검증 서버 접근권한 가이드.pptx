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84200" y="1651000"/>
            <a:ext cx="1168400" cy="508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84200" y="2108200"/>
            <a:ext cx="11023600" cy="2705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29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한화시스템 ICT 임직원 IT 안내 · 접근권한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2489200"/>
            <a:ext cx="11023600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개발·검증 서버 접근권한 가이드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4200" y="3149600"/>
            <a:ext cx="11023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IT-ACS-002  |  시스템인프라팀  |  2026.10.16  |  Ver 2.0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4200" y="3581400"/>
            <a:ext cx="1680815" cy="304800"/>
          </a:xfrm>
          <a:prstGeom prst="roundRect">
            <a:avLst>
              <a:gd name="adj" fmla="val 16666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49300" y="3644900"/>
            <a:ext cx="1680815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사내 일반 · 전 임직원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IT-ACS-002 · 사내 일반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 / 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문서 정보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IT-ACS-002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1752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732280"/>
                <a:gridCol w="3779520"/>
                <a:gridCol w="1732280"/>
                <a:gridCol w="377952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번호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IT-ACS-002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v2.0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분류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ACS 접근권한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시행일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유형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신청·절차 안내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열람 등급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일반 (전 임직원)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관리 부서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시스템인프라팀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승인자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시스템인프라팀장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대상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개발 직군 (개발·검증 서버·DB 사용자)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담당자 매뉴얼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IT-ACS-002-M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포함 시나리오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ACS-01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FAQ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3022600"/>
          <a:ext cx="11023600" cy="2921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732280"/>
                <a:gridCol w="929132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키워드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개발 서버 권한, 검증 서버, DB 권한, 서버 접근권한 신청, 기간 연장, 역할 변경, SSH 권한, 접속 거부, 시간 초과, 공개키, 프로젝트 종료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IT-ACS-002 · 사내 일반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 / 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Contents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65200" y="12446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1. 개요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659892" y="1431290"/>
            <a:ext cx="8423908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185400" y="12446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4p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5200" y="16764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2. 신청 전 확인 사항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36416" y="1863090"/>
            <a:ext cx="7347384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185400" y="16764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6p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5200" y="21082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3. 항목별 안내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55800" y="2294890"/>
            <a:ext cx="7828000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185400" y="21082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8p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5200" y="25400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4. 자주 묻는 질문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496108" y="2726690"/>
            <a:ext cx="75876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185400" y="25400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18p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5200" y="29718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5. 주의사항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015492" y="3158490"/>
            <a:ext cx="8068308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185400" y="29718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20p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5200" y="34036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6. 문의처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837692" y="3590290"/>
            <a:ext cx="8246108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185400" y="34036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22p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5200" y="3835400"/>
            <a:ext cx="9499600" cy="225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부록 · 관련 문서 · 용어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710706" y="4002088"/>
            <a:ext cx="7373094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0185400" y="38354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24p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5200" y="4267200"/>
            <a:ext cx="9499600" cy="225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개정 이력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783011" y="4433888"/>
            <a:ext cx="8300789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0185400" y="42672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26p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IT-ACS-002 · 사내 일반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 / 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IT-ACS-002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4 / 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01. 개요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3572933" cy="14072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목적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개발·검증 서버와 DB 접근권한을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신청·변경·연장하는 방법을 안내합니다.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1200" y="20138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2013839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승인 후에도 접속이 안 될 때 권한 문제와 서버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장애를 구분하는 방법을 안내합니다.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09533" y="1168400"/>
            <a:ext cx="3572933" cy="14072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4309533" y="1168400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436533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적용 대상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6533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3533" y="1578991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개발·검증 서버와 DB를 쓰는 개발 직군이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대상입니다.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6533" y="20138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63533" y="2013839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서버 장애·배포 실패는 IT-SYS-008, VPN은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IT-NET-001을 봅니다.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34867" y="1168400"/>
            <a:ext cx="3572933" cy="14072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8034867" y="1168400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161867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적용 환경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1867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8867" y="157899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그룹웨어 &gt; IT 요청 &gt; 권한 신청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1867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8867" y="1815465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사내 개발·검증 서버, DB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61867" y="2051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88867" y="2051939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재택·외부는 회사 VPN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IT-ACS-002 · 사내 일반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5 / 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신청 전 확인 사항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IT-ACS-002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6 / 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신청 전 확인 사항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02. 신청 전 확인 사항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신청하기 전에 확인합니다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14928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14928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개발·검증 서버와 DB 권한도 </a:t>
            </a:r>
            <a:r>
              <a:rPr sz="11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그룹웨어 &gt; IT 요청 &gt; 권한 신청</a:t>
            </a: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으로 냅니다.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000" y="173202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73202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개발/검증 중 어느 환경인지, 사내 자원인지 고객사 자원인지 구분합니다. 운영·고객사 서버는 소유 조직의 승인 절차를 따릅니다.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000" y="1971167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1971167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"모든 권한" 대신 조회·실행·배포처럼 실제로 할 작업만 적습니다.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000" y="2210308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2210308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접속이 안 될 때 권한 문제인지 서버·네트워크 장애인지 먼저 구분합니다 (3.4).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4200" y="2500249"/>
            <a:ext cx="11023600" cy="638048"/>
          </a:xfrm>
          <a:prstGeom prst="rect">
            <a:avLst/>
          </a:prstGeom>
          <a:solidFill>
            <a:srgbClr val="FDF0E7"/>
          </a:solidFill>
          <a:ln w="10160">
            <a:solidFill>
              <a:srgbClr val="F2C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11200" y="2601849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★ 비밀번호·개인키·토큰은 적거나 보내지 않습니다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1200" y="2838323"/>
            <a:ext cx="10769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공개키가 필요하면 담당자가 확인해 준 제출 경로만 씁니다.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4200" y="323989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증상별 바로가기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584200" y="3564382"/>
          <a:ext cx="11023601" cy="23368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6484471"/>
                <a:gridCol w="2130612"/>
                <a:gridCol w="2408518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겪고 있는 증상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볼 곳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구분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개발·검증 서버나 DB 권한이 새로 필요하다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8A5A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신청·승인 후 처리</a:t>
                      </a:r>
                    </a:p>
                  </a:txBody>
                  <a:tcPr marL="76200" marR="76200" marT="63500" marB="63500" anchor="t">
                    <a:solidFill>
                      <a:srgbClr val="FDF3D8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작업 범위를 바꾸거나 기간을 연장하고 싶다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8A5A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신청·승인 후 처리</a:t>
                      </a:r>
                    </a:p>
                  </a:txBody>
                  <a:tcPr marL="76200" marR="76200" marT="63500" marB="63500" anchor="t">
                    <a:solidFill>
                      <a:srgbClr val="FDF3D8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반영 완료 안내를 받았다. 접속을 확인하고 싶다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E7D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직접 조치</a:t>
                      </a:r>
                    </a:p>
                  </a:txBody>
                  <a:tcPr marL="76200" marR="76200" marT="63500" marB="63500" anchor="t">
                    <a:solidFill>
                      <a:srgbClr val="E5F2E7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승인받았는데 SSH 접속이 안 된다 / 시간 초과가 난다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담당자 처리</a:t>
                      </a:r>
                    </a:p>
                  </a:txBody>
                  <a:tcPr marL="76200" marR="76200" marT="63500" marB="63500" anchor="t">
                    <a:solidFill>
                      <a:srgbClr val="E3EAF3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팀 전체가 개발 서버에 못 들어가고 배포가 막혔다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IT-SYS-008 3.1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담당자 처리</a:t>
                      </a:r>
                    </a:p>
                  </a:txBody>
                  <a:tcPr marL="76200" marR="76200" marT="63500" marB="63500" anchor="t">
                    <a:solidFill>
                      <a:srgbClr val="E3EAF3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집에서 VPN이 연결되지 않는다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IT-NET-001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E7D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직접 조치</a:t>
                      </a:r>
                    </a:p>
                  </a:txBody>
                  <a:tcPr marL="76200" marR="76200" marT="63500" marB="63500" anchor="t">
                    <a:solidFill>
                      <a:srgbClr val="E5F2E7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서버에 내가 하지 않은 접속 기록이 있다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IT-SEC-003 3.5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B8430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즉시 신고·이관</a:t>
                      </a:r>
                    </a:p>
                  </a:txBody>
                  <a:tcPr marL="76200" marR="76200" marT="63500" marB="63500" anchor="t">
                    <a:solidFill>
                      <a:srgbClr val="FBE3DC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IT-ACS-002 · 사내 일반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7 / 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항목별 안내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IT-ACS-002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8 / 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항목별 안내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항목별 안내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14605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787400"/>
                <a:gridCol w="5511800"/>
                <a:gridCol w="1259840"/>
                <a:gridCol w="1889760"/>
                <a:gridCol w="157480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번호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문의 유형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구분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 부서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개발·검증 서버·DB 권한 신청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ACS-01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8A5A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신청·승인 후 처리</a:t>
                      </a:r>
                    </a:p>
                  </a:txBody>
                  <a:tcPr marL="76200" marR="76200" marT="63500" marB="63500" anchor="t">
                    <a:solidFill>
                      <a:srgbClr val="FDF3D8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시스템인프라팀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작업 범위 변경·기간 연장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ACS-01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8A5A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신청·승인 후 처리</a:t>
                      </a:r>
                    </a:p>
                  </a:txBody>
                  <a:tcPr marL="76200" marR="76200" marT="63500" marB="63500" anchor="t">
                    <a:solidFill>
                      <a:srgbClr val="FDF3D8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시스템인프라팀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반영 완료 후 접속 확인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ACS-01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E7D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직접 조치</a:t>
                      </a:r>
                    </a:p>
                  </a:txBody>
                  <a:tcPr marL="76200" marR="76200" marT="63500" marB="63500" anchor="t">
                    <a:solidFill>
                      <a:srgbClr val="E5F2E7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시스템인프라팀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승인받았는데도 접속이 안 될 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ACS-01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담당자 처리</a:t>
                      </a:r>
                    </a:p>
                  </a:txBody>
                  <a:tcPr marL="76200" marR="76200" marT="63500" marB="63500" anchor="t">
                    <a:solidFill>
                      <a:srgbClr val="E3EAF3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시스템인프라팀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IT-ACS-002 · 사내 일반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9 / 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개발·검증 서버·DB 권한 신청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항목별 안내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94482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42082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ACS-01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8373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5993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88778" y="1168400"/>
            <a:ext cx="1163935" cy="292100"/>
          </a:xfrm>
          <a:prstGeom prst="rect">
            <a:avLst/>
          </a:prstGeom>
          <a:solidFill>
            <a:srgbClr val="FDF3D8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64978" y="1219200"/>
            <a:ext cx="1011535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8A5A00"/>
                </a:solidFill>
                <a:latin typeface="Malgun Gothic"/>
                <a:ea typeface="Malgun Gothic"/>
                <a:cs typeface="Malgun Gothic"/>
              </a:rPr>
              <a:t>신청·승인 후 처리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52714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828914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57762" y="1168400"/>
            <a:ext cx="1041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533962" y="1219200"/>
            <a:ext cx="889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시스템인프라팀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이럴 때 신청합니다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프로젝트 검증 결과를 보려고 검증 DB 조회 권한이 필요합니다.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4200" y="2201926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신청 방법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2526411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200" y="2526411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그룹웨어 [IT 요청] &gt; [권한 신청]에서 서버 권한 양식을 엽니다.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4200" y="2765552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8200" y="2765552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프로젝트와 환경(개발/검증, 사내/고객사)을 적습니다.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200" y="3004693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8200" y="3004693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서버 또는 DB와 필요한 작업(조회·실행·배포)을 적습니다.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4200" y="3243834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8200" y="3243834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신청 이유와 시작·종료 희망일을 적고 승인을 요청합니다. 신청번호를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보관합니다.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883656" y="2526411"/>
            <a:ext cx="5724144" cy="354896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1" name="Picture 30" descr="itacs002_p05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656" y="2526411"/>
            <a:ext cx="5724144" cy="3548969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5883656" y="6126180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3.1-1. 개발·검증 서버 권한 신청서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IT-ACS-002 · 사내 일반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10 / 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개발·검증 서버·DB 권한 신청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항목별 안내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신청서 항목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92885"/>
          <a:ext cx="11023600" cy="1752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215217"/>
                <a:gridCol w="7808383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적을 내용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신청 구분 · 사용할 사람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신규 / 변경 / 연장, 이름·사번·부서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프로젝트 · 환경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업무명, 개발 또는 검증, 사내 또는 고객사 자원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서버 · DB · 필요한 작업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자원 이름과 조회·실행·배포 등 실제로 할 작업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신청 이유 · 기간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 사유, 시작 희망일과 종료 희망일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기존 신청 · 승인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기존 신청번호와 승인 기록 (있을 때)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84200" y="3347085"/>
            <a:ext cx="3572933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84200" y="3347085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11200" y="3474085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기간과 결과 확인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1200" y="3757676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3757676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승인 후 시스템인프라팀이 반영하면 접속 방법과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함께 안내가 옵니다.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09533" y="3347085"/>
            <a:ext cx="3572933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4309533" y="3347085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436533" y="3474085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반려·보완되는 경우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6533" y="3757676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3533" y="3757676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양식이 없거나 승인자가 분명하지 않으면 ITssue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챗봇에 문의합니다.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6533" y="4192524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63533" y="4192524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운영·관리자 권한은 별도 승인 경로가 필요합니다.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34867" y="3347085"/>
            <a:ext cx="3572933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8034867" y="3347085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161867" y="3474085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1867" y="3757676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8867" y="3757676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신청번호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1867" y="3994150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8867" y="3994150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프로젝트·환경·자원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61867" y="4230624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88867" y="4230624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필요한 작업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IT-ACS-002 · 사내 일반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11 / 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3.2 작업 범위 변경·기간 연장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항목별 안내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94482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42082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ACS-01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8373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5993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88778" y="1168400"/>
            <a:ext cx="1163935" cy="292100"/>
          </a:xfrm>
          <a:prstGeom prst="rect">
            <a:avLst/>
          </a:prstGeom>
          <a:solidFill>
            <a:srgbClr val="FDF3D8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64978" y="1219200"/>
            <a:ext cx="1011535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8A5A00"/>
                </a:solidFill>
                <a:latin typeface="Malgun Gothic"/>
                <a:ea typeface="Malgun Gothic"/>
                <a:cs typeface="Malgun Gothic"/>
              </a:rPr>
              <a:t>신청·승인 후 처리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52714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828914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57762" y="1168400"/>
            <a:ext cx="1041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533962" y="1219200"/>
            <a:ext cx="889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시스템인프라팀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이럴 때 신청합니다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프로젝트가 연장돼 서버 권한 기간도 늘려야 합니다.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000" y="215112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200" y="215112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조회만 하다가 배포도 해야 합니다.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4200" y="244106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신청 방법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4200" y="2765552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8200" y="2765552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기존 신청번호와 현재 권한·종료일을 적습니다.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200" y="3004693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8200" y="3004693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새로 필요한 작업이나 새 종료일과 그 이유를 적습니다.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4200" y="3243834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8200" y="3243834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승인을 받아 제출하고, 반영 완료 안내 후 승인된 기능만 확인합니다.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61931" y="2765552"/>
            <a:ext cx="5367594" cy="3327908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1" name="Picture 30" descr="itacs002_p06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1931" y="2765552"/>
            <a:ext cx="5367594" cy="3327908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5883656" y="6144260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3.2-1. 접근권한 변경·기간 연장 신청서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IT-ACS-002 · 사내 일반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12 / 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3.2 작업 범위 변경·기간 연장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항목별 안내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11023600" cy="401574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11200" y="1270000"/>
            <a:ext cx="10769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※ 프로젝트가 연장돼도 서버 권한이 자동으로 연장되지 않습니다. 종료일 전에 신청합니다. 더 필요 없으면 회수를 요청합니다.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584200" y="1671574"/>
            <a:ext cx="3572933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84200" y="1671574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11200" y="1798574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기간과 결과 확인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1200" y="20821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2082165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새 기간·권한으로 반영되면 끝난 것입니다.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09533" y="1671574"/>
            <a:ext cx="3572933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4309533" y="1671574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436533" y="1798574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반려·보완되는 경우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6533" y="20821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3533" y="2082165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기간이 끝나 접속이 막혔다면 동료 계정으로 대신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접속하지 말고 연장을 신청합니다.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34867" y="1671574"/>
            <a:ext cx="3572933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34867" y="1671574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161867" y="1798574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61867" y="20821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8867" y="2082165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기존 신청번호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1867" y="23186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8867" y="2318639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현재 권한·종료일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1867" y="25551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8867" y="2555113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새 권한·종료일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IT-ACS-002 · 사내 일반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13 / 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3.3 반영 완료 후 접속 확인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항목별 안내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94482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42082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ACS-01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8373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5993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88778" y="1168400"/>
            <a:ext cx="1130697" cy="292100"/>
          </a:xfrm>
          <a:prstGeom prst="rect">
            <a:avLst/>
          </a:prstGeom>
          <a:solidFill>
            <a:srgbClr val="E5F2E7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64978" y="1219200"/>
            <a:ext cx="97829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E7D3A"/>
                </a:solidFill>
                <a:latin typeface="Malgun Gothic"/>
                <a:ea typeface="Malgun Gothic"/>
                <a:cs typeface="Malgun Gothic"/>
              </a:rPr>
              <a:t>사용자 직접 조치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1947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79567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24524" y="1168400"/>
            <a:ext cx="1041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500724" y="1219200"/>
            <a:ext cx="889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시스템인프라팀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이런 경우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권한 반영 완료 안내를 받았습니다.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4200" y="2201926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조치 방법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000" y="2526411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200" y="2526411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담당자가 안내한 접속 도구·대상 환경·계정을 확인합니다.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000" y="276555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8200" y="276555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재택·외부에서는 회사 VPN을 먼저 연결합니다 (IT-NET-001).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000" y="300469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8200" y="300469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승인된 작업만 해 봅니다. 개발 권한으로 운영 환경에 시험 접속하지 않습니다.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000" y="3243834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8200" y="3243834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승인하지 않은 기능이 보이면 쓰지 말고 담당자에게 알립니다.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84200" y="3533775"/>
            <a:ext cx="11023600" cy="401574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711200" y="3635375"/>
            <a:ext cx="10769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※ SSH 주소·포트·인증 수단은 담당자 안내를 따릅니다. 이 문서는 접속 명령이나 관리자 권한을 얻는 방법을 안내하지 않습니다.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84200" y="4036949"/>
            <a:ext cx="3572933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584200" y="4036949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711200" y="4163949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 확인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1200" y="4447540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200" y="4447540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접속과 승인된 작업이 되면 기존 신청에 정상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사용을 알립니다.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309533" y="4036949"/>
            <a:ext cx="3572933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4309533" y="4036949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4436533" y="4163949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해결되지 않으면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36533" y="4447540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63533" y="4447540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접속이 안 되면 3.4를 봅니다.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34867" y="4036949"/>
            <a:ext cx="3572933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8034867" y="4036949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8161867" y="4163949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61867" y="4447540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88867" y="4447540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신청번호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61867" y="4684014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88867" y="4684014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접속한 환경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IT-ACS-002 · 사내 일반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14 / 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3.4 승인받았는데도 접속이 안 될 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항목별 안내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94482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42082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ACS-01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8373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5993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88778" y="1168400"/>
            <a:ext cx="990054" cy="292100"/>
          </a:xfrm>
          <a:prstGeom prst="rect">
            <a:avLst/>
          </a:prstGeom>
          <a:solidFill>
            <a:srgbClr val="E3EAF3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64978" y="1219200"/>
            <a:ext cx="83765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 담당자 처리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78833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655033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83881" y="1168400"/>
            <a:ext cx="1041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360081" y="1219200"/>
            <a:ext cx="889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시스템인프라팀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이런 경우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서버 권한을 받았는데 SSH 접속이 "시간 초과"로 실패합니다.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4200" y="2201926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원인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000" y="2526411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200" y="2526411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SSH 실패나 시간 초과만으로 권한 부족이라고 단정하지 않습니다. 반영 전이거나, VPN·네트워크 문제이거나, 서버 장애일 수 있습니다.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4200" y="2816352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조치 방법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000" y="3140837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3140837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신청한 자원이 맞는지, 승인만 끝났는지 반영까지 끝났는지 확인합니다.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000" y="3379978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200" y="3379978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VPN 연결 상태를 확인합니다.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000" y="3619119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3619119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오류 문구·발생 시각·마지막 정상 시각을 적습니다.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000" y="3858260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385826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기존 신청번호로 ITssue 챗봇에 문의합니다. 접속을 계속 반복하지 않습니다.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IT-ACS-002 · 사내 일반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15 / 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3.4 승인받았는데도 접속이 안 될 때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항목별 안내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6614160" cy="410077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itacs002_p09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168400"/>
            <a:ext cx="6614160" cy="410077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4200" y="5319979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3.4-1. 서버 접속 문제 문의 화면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1560" y="1168400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오류 문구, 처음 발생·마지막 정상 시각, 확인한 내용, 업무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영향·마감을 함께 적습니다.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4200" y="5652719"/>
            <a:ext cx="11023600" cy="638048"/>
          </a:xfrm>
          <a:prstGeom prst="rect">
            <a:avLst/>
          </a:prstGeom>
          <a:solidFill>
            <a:srgbClr val="FDF0E7"/>
          </a:solidFill>
          <a:ln w="10160">
            <a:solidFill>
              <a:srgbClr val="F2C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11200" y="5754319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★ 방화벽·보안 기능을 끄거나 서버를 다시 시작하지 않습니다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1200" y="5990793"/>
            <a:ext cx="10769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서버 재시작·디스크 정리는 사용자가 하는 일이 아닙니다.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IT-ACS-002 · 사내 일반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16 / 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3.4 승인받았는데도 접속이 안 될 때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항목별 안내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 확인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담당자 확인 후 접속되면 끝난 것입니다.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09533" y="1168400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4309533" y="1168400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436533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해결되지 않으면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6533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3533" y="1578991"/>
            <a:ext cx="3191933" cy="59512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팀원 여럿이 동시에 접속하지 못하거나 배포가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막혔으면 서버 장애입니다. IT-SYS-008 3.1을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따릅니다.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6533" y="22122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3533" y="2212213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VPN 자체가 안 되면 IT-NET-001을 봅니다.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34867" y="1168400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34867" y="1168400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161867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61867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8867" y="157899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신청번호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1867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8867" y="1815465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환경·자원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1867" y="2051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8867" y="2051939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오류 문구와 시각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61867" y="22884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88867" y="2288413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영향 인원·막힌 작업·마감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IT-ACS-002 · 사내 일반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17 / 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자주 묻는 질문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IT-ACS-002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18 / 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자주 묻는 질문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04. 자주 묻는 질문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11684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674533"/>
                <a:gridCol w="7349067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질문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답변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급한 배포인데 권한을 먼저 받을 수 있나요?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막힌 업무와 마감을 적어 우선순위 검토를 요청합니다. 승인 없이 권한을 넓히지 않습니다.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개인키를 보내야 하나요?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아니요. 개인키·토큰은 보내지 않습니다. 공개키가 필요하면 담당자가 확인한 경로만 씁니다.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고객사·운영 서버도 같은 방법인가요?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개발·검증 권한과 별개입니다. 소유 조직의 승인 절차를 확인합니다.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IT-ACS-002 · 사내 일반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19 / 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주의사항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IT-ACS-002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20 / 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주의사항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05. 주의사항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11023600" cy="1034796"/>
          </a:xfrm>
          <a:prstGeom prst="rect">
            <a:avLst/>
          </a:prstGeom>
          <a:solidFill>
            <a:srgbClr val="FDF0E7"/>
          </a:solidFill>
          <a:ln w="10160">
            <a:solidFill>
              <a:srgbClr val="F2C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11200" y="127000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★ 꼭 지켜 주세요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1200" y="1506474"/>
            <a:ext cx="10769600" cy="59512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계정을 빌려 쓰거나 동료 계정으로 대신 접속하지 않습니다.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비밀번호·개인키·토큰을 메일·메신저로 보내지 않습니다.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개발 권한으로 운영 환경에 접속하지 않습니다.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000" y="230479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230479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더 필요 없는 권한은 회수를 요청합니다.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000" y="2543937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2543937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도용·무단 접근·자료 노출이 의심되면 정보보안팀(내선 1119)에 바로 알립니다.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IT-ACS-002 · 사내 일반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21 / 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문의처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IT-ACS-002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22 / 26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문의처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06. 문의처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22098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204720"/>
                <a:gridCol w="3307080"/>
                <a:gridCol w="551180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창구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연락처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이용 기준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ITssue 챗봇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IT 포털(hanwha-admin) 상단 [챗봇 문의]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24시간. 모든 IT 문의의 기본 창구입니다. 챗봇이 해결하지 못하면 확인을 거쳐 담당 팀에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티켓으로 접수합니다.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헬프데스크 (서비스데스크)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1000 (평일 09:00~18:00)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PC나 챗봇을 쓸 수 없을 때, 여러 사람이 함께 업무를 못 할 때, 본인 확인이 필요한 처리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1119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링크 클릭·비밀번호 입력·감염 의심·계정 도용·장비 분실처럼 바로 알려야 할 보안 문제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메신저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#it-helpdesk 채널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일반 IT 문의 (챗봇을 쓸 수 없을 때)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it-helpdesk@hanwha-ict.example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일반 IT 문의. 비밀번호·인증번호는 메일로 보내지 않습니다.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상황 알림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메신저 알림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접수·담당자 배정·처리 완료를 알려 드립니다. 진행 상황은 [내 요청 현황]에서도 봅니다.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IT-ACS-002 · 사내 일반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23 / 26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558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4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부록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관련 문서 · 용어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IT-ACS-002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24 / 26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관련 문서 · 용어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부록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관련 문서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92885"/>
          <a:ext cx="11023600" cy="23368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837267"/>
                <a:gridCol w="4133850"/>
                <a:gridCol w="5052483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번호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문서명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이럴 때 봅니다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IT-ACS-001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시스템 접근권한 신청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시스템·공유폴더 권한을 새로 받거나 바꿀 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IT-ACS-003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퇴사·부서이동 권한 변경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부서 이동·퇴사로 권한을 바꿀 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IT-ACC-001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SSO 로그인 오류 대응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로그인 자체가 안 될 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IT-SYS-006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공유 드라이브·파일 복구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팀 전체가 공유 드라이브에 들어가지 못할 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IT-SEC-003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계정 도용·장비 분실 신고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무단 접근·자료 노출이 의심될 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IT-STD-001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서비스 운영 기준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문의 창구, 긴급도와 처리 목표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IT-SYS-008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개발 서버·DB 장애 대응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서버 장애·배포 실패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3931285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용어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84200" y="4255770"/>
          <a:ext cx="11023600" cy="14605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755900"/>
                <a:gridCol w="826770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용어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설명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권한 신청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그룹웨어 &gt; IT 요청 &gt; 권한 신청 양식으로 팀장 승인을 받아 내는 요청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승인과 반영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승인은 팀장·자원 소유자가 허락한 것, 반영은 담당자가 실제 권한을 설정한 것. 둘은 따로 확인한다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회수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더 필요 없는 권한을 담당자가 없애는 것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자원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권한을 받는 대상. 업무 시스템 메뉴, 공유폴더, 개발·검증 서버·DB 등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IT-ACS-002 · 사내 일반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25 / 26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개정 이력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부록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8763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002145"/>
                <a:gridCol w="1403004"/>
                <a:gridCol w="1603433"/>
                <a:gridCol w="7015018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개정일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작성자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변경 내용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v0.2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시스템인프라팀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임직원용 분리, 화면·양식 추가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v2.0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시스템인프라팀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7개 분류 통합 정리본. 문서 양식·열람 등급·용어·연락처를 통일하고 분류 사이의 중복 내용을 한 문서로 정리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IT-ACS-002 · 사내 일반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26 / 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IT-ACS-002 개발·검증 서버 접근권한 가이드</dc:title>
  <dc:subject>사내 일반 · 전 임직원</dc:subject>
  <dc:creator>시스템인프라팀</dc:creator>
  <cp:keywords>개발 서버 권한, 검증 서버, DB 권한, 서버 접근권한 신청, 기간 연장, 역할 변경, SSH 권한, 접속 거부, 시간 초과, 공개키, 프로젝트 종료</cp:keywords>
  <dc:description>generated using python-pptx</dc:description>
  <cp:lastModifiedBy>시스템인프라팀</cp:lastModifiedBy>
  <cp:revision>1</cp:revision>
  <dcterms:created xsi:type="dcterms:W3CDTF">2013-01-27T09:14:16Z</dcterms:created>
  <dcterms:modified xsi:type="dcterms:W3CDTF">2013-01-27T09:15:58Z</dcterms:modified>
  <cp:category>사내 일반</cp:category>
</cp:coreProperties>
</file>