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84200" y="1651000"/>
            <a:ext cx="1168400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84200" y="2108200"/>
            <a:ext cx="11023600" cy="2705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한화시스템 ICT IT 담당자 매뉴얼 · 접근권한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2489200"/>
            <a:ext cx="110236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사내 시스템 접근권한 처리 매뉴얼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3149600"/>
            <a:ext cx="11023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IT-ACS-001-M  |  업무시스템팀  |  2026.10.16  |  Ver 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4200" y="3581400"/>
            <a:ext cx="2449984" cy="304800"/>
          </a:xfrm>
          <a:prstGeom prst="roundRect">
            <a:avLst>
              <a:gd name="adj" fmla="val 16666"/>
            </a:avLst>
          </a:prstGeom>
          <a:solidFill>
            <a:srgbClr val="B843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300" y="3644900"/>
            <a:ext cx="2449984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사내 제한 · IT 운영 담당자·관리자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5689600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IT운영·보안 조직 내부 문서입니다. 사용자에게 문서 자체를 전달하지 않고, 안내는 짝이 되는 임직원용 가이드를 기준으로 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IT-ACS-001-M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 / 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IT-ACS-001-M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3779520"/>
                <a:gridCol w="1732280"/>
                <a:gridCol w="37795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IT-ACS-001-M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 접근권한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시행일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유형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 (IT 운영 담당자·관리자)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부서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승인자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대상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서비스데스크, 업무시스템팀, 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 사용자 가이드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IT-ACS-001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FAQ-004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IT-ACS-001-M · 사내 제한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 /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5200" y="1244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1. 개요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59892" y="1431290"/>
            <a:ext cx="84239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85400" y="1244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16764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2. 접수·분류 기준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80134" y="1863090"/>
            <a:ext cx="7603666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5400" y="1676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21082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3. 증상별 처리 절차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3908" y="22948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185400" y="2108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8p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25400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4. 대형 장애 대응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96108" y="27266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185400" y="25400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16p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29718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5. 처리 기록 기준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96108" y="31584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5400" y="29718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18p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" y="3403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6. 연락처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837692" y="3590290"/>
            <a:ext cx="82461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185400" y="3403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20p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200" y="38354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783011" y="4002088"/>
            <a:ext cx="8300789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185400" y="3835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22p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IT-ACS-001-M · 사내 제한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 /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IT-ACS-001-M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01. 개요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1492885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IT-ACS-001로 들어오는 시스템·공유폴더 권한 요청(신규·추가, 일괄 신청, 승인 후 접근 불가, 축소·회수)을 승인 확인 → 반영 → 검증 순서로 같은 기준으로 처리한다.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78917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담당 범위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2113661"/>
          <a:ext cx="11023600" cy="1168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24667"/>
                <a:gridCol w="839893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처리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서비스데스크(L1): 신청 경로·승인 상태 안내, 계정 상태 확인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2차 이관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업무시스템팀(L2): 권한 반영·회수·검증 / 시스템인프라팀: 파일서버·공유 드라이브 측 설정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배정 기준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ACS-01: 전자결재·권한 담당 (서준호, 신유나). 재배정은 업무시스템팀장이 승인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시스템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권한관리 시스템, 그룹웨어 IT 요청·전자결재, 인사 시스템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IT-ACS-001-M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접수·분류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IT-ACS-001-M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6 /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접수·분류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접수·분류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임직원용 가이드의 항목별 기본값입니다. 긴급도 기준은 IT-STD-001 IT 서비스 운영 기준을 따릅니다.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64691"/>
          <a:ext cx="11023601" cy="17907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621048"/>
                <a:gridCol w="1009203"/>
                <a:gridCol w="3571025"/>
                <a:gridCol w="931572"/>
                <a:gridCol w="1319727"/>
                <a:gridCol w="2018406"/>
                <a:gridCol w="15526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 유형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증상·요청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긴급도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처리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방식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이관 대상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신규·추가 권한 반영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신규 입사자 일괄 신청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 (공유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드라이브 계정)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 후 접근 불가·기존 기능 막힘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정책에 따른 축소·회수, 임시·고권한 요청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 (보안 의심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335699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368147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68147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안내만으로 끝낸 건. 티켓 없이 상담 기록만 남긴다.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392061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3920617"/>
            <a:ext cx="107696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담당자 조치가 필요한 건. 담당 팀에 배정하고 상태를 RDY → IP → FIN → CLS 로 관리한다. FIN은 담당자 처리 완료, CLS는 문의자가 해결을 확인한 최종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종료다.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441794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긴급도 조정 조건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0" y="474243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474243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ACS-01은 기본 P4다. 마감 등 당일 업무가 막히면 P3로 올린다 (INQ-2026-00153).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000" y="498157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498157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"급하다", 다수 신청, 승인 필요만으로는 올리지 않는다.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000" y="522071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522071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무단 접근·자료 노출 의심은 최소 P2로 보고 정보보안팀에 넘긴다 (MAN-00 공통 규칙 6).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IT-ACS-001-M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7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증상별 처리 절차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IT-ACS-001-M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8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신규·추가 권한 반영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9448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4208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ACS-01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8373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5993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1577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9197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985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9605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7151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4771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업무시스템팀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8591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6211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90964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67164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9736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77356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2412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478612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6437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대상자·시스템·메뉴(폴더)·필요한 작업·기간은?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팀장 승인이 끝났나요? (신청번호)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처음 필요한 권한인가요, 쓰던 기능이 막힌 건가요?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1587500"/>
            <a:ext cx="5435600" cy="16437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6200" y="19980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승인 기록에서 승인자 적격성과 대상자·자원·기능·기간을 대조한다. 맞지 않으면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반영을 보류하고 보완을 요청한다.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2432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2432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기존 접근 장애면 3.3으로 전환한다. 동료 계정의 권한 전체를 복제하지 않는다.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99200" y="2669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26200" y="2669413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 시스템은 업무시스템팀, File Server·공유폴더 중 서버 측 설정은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시스템인프라팀 범위를 확인한다.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200" y="333286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000" y="365734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365734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전자결재 승인을 확인한다 (INQ-2026-00269, 00310).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000" y="389648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389648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대상 계정과 현재 역할·그룹·직접 부여 권한을 조회한다.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000" y="413562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200" y="413562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승인된 역할·그룹·기능만 반영한다.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5000" y="437476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8200" y="437476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승인 내역과 실제 유효 권한을 대조해 과도한 권한이 없는지 확인한다.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5000" y="461391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⑤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8200" y="461391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사용자에게 승인된 기능의 정상 동작 확인을 요청하고 FIN 처리한다.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IT-ACS-001-M · 사내 제한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9 /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신규·추가 권한 반영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작업 기록 양식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146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55900"/>
                <a:gridCol w="82677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기록 항목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적을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요청·승인 연결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신청번호, 승인 기록 참조, 요청자·대상자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대상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시스템·메뉴·폴더, 현재 권한, 요청 권한, 적용 기간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결과와 증빙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전후 설정, 수행 시각·처리자, 승인 대조 결과, 검증 결과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남은 작업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미완료 항목·사유·담당자·다음 안내 일정, 사용자 확인 결과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305498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9" name="Rectangle 8"/>
          <p:cNvSpPr/>
          <p:nvPr/>
        </p:nvSpPr>
        <p:spPr>
          <a:xfrm>
            <a:off x="584200" y="3379470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84200" y="3379470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87400" y="3481070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신청하신 권한을 반영했습니다. 본인 계정으로 신청한 메뉴를 사용해 보시고, 신청하지 않은 자료가 보이면 알려 주세요.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4200" y="3891661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84200" y="3891661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11200" y="4018661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200" y="430225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4302252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인사발령 시 권한 자동 갱신 요청 (문의이력)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3891661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172200" y="3891661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299200" y="4018661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430225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4302252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신청번호와 승인 기록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9200" y="4538726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6200" y="4538726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대상자·자원·기능·기간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IT-ACS-001-M · 사내 제한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10 /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신규 입사자 일괄 신청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9448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4208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ACS-01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8373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5993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1577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9197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985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9605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7151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4771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업무시스템팀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8591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6211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90964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67164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9736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77356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2412" y="1168400"/>
            <a:ext cx="2282254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478612" y="1219200"/>
            <a:ext cx="212985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시스템인프라팀 (공유 드라이브 계정)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대상자별 사번·입사일·계정 보유 여부는?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사람마다 필요한 자원·역할은?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팀장 승인이 있나요?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15875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6200" y="19980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대상자별로 승인과 처리 결과를 구분한다. 계정 생성과 접근권한 부여 결과를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나누어 기록한다.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2432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2432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계정이 없으면 계정 생성부터 확인한다.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200" y="293611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000" y="326059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200" y="326059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입사자 명단과 인사 정보를 대조한다 (INQ-2026-00092, 00112, 00342).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000" y="349973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349973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계정을 만들고 필요한 권한을 부여한다.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000" y="373888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373888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임시 비밀번호는 본인의 등록 휴대폰 문자로만 보낸다 (IT-ACC-002-M). 명단·메일·메신저로 보내지 않는다.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000" y="397802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200" y="397802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대상자별 처리 결과를 기록하고 FIN 처리한다.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4200" y="4267962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4200" y="4592447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584200" y="4592447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787400" y="4694047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신규 입사자 계정과 권한을 만들었습니다. 각자 등록 휴대폰으로 받은 임시 비밀번호로 처음 로그인한 뒤 새 비밀번호로 바꿔 주세요.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4200" y="5104638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584200" y="5104638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711200" y="5231638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1200" y="551522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8200" y="551522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172200" y="5104638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6172200" y="5104638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6299200" y="5231638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99200" y="551522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26200" y="551522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대상자 목록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99200" y="575170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26200" y="575170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자원별 처리 결과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IT-ACS-001-M · 사내 제한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11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승인 후 접근 불가·기존 기능 막힘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9448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4208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ACS-01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8373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5993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1577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9197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985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9605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7151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4771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8591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6211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90964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67164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9736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77356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2412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478612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업무시스템팀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6818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승인만 받았나요, 반영 완료 안내도 받았나요?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오류 문구와 처음 실패한 시각, 마지막 정상 시각은?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최근 직무·기간 변경이 있었나요?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200" y="27075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270751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다른 사람도 같은가요?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1587500"/>
            <a:ext cx="5435600" cy="16818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원인을 확인하기 전에 권한을 넓히거나 전체를 다시 설정하지 않는다.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99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26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명이 동시에 안 되면 시스템 장애로 보고 연계한다.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99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26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승인하지 않은 자료 노출·도용 의심은 정보보안팀에 바로 넘긴다.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99200" y="27075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26200" y="2707513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직무 변경 후 권한 미갱신이면 팀장 승인 확인 후 역할별로 바꾼다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(INQ-2026-00366).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4200" y="337096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000" y="369544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200" y="369544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신청·계정·환경을 대조한다 (다른 환경에 접속했다면 정확한 경로를 안내한다).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5000" y="393458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8200" y="393458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그룹·역할·직접 권한·상속·만료를 확인하고 기존 승인 범위 안에서 고친다.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5000" y="417372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8200" y="417372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인증·세션·VPN 조건을 확인한다. 이미 한 사용자 조치를 반복시키지 않는다.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5000" y="441286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8200" y="441286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 상태와 최근 변경을 확인하고 필요하면 시스템·네트워크 담당과 연계한다.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5000" y="465201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⑤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8200" y="465201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 확인 후 FIN 처리한다.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4200" y="494195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84200" y="5266436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584200" y="5266436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787400" y="5368036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권한 그룹을 다시 지정해 정상으로 접근할 수 있습니다. 같은 증상이 다시 나오면 기존 신청번호로 알려 주세요.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IT-ACS-001-M · 사내 제한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12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승인 후 접근 불가·기존 기능 막힘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신청번호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오류·시각·영향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051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확인 결과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IT-ACS-001-M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13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정책에 따른 축소·회수, 임시·고권한 요청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9448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4208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ACS-01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8373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5993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1577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9197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985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9605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7151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4771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업무시스템팀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8591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6211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90964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67164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9736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77356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2412" y="1168400"/>
            <a:ext cx="1647254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478612" y="1219200"/>
            <a:ext cx="149485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 (보안 의심 시)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6437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정책 근거(공지·승인 문서번호)와 적용 범위·일시는?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임시 권한이면 시작·종료 시점과 회수 담당은?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고권한·타 부서·민감자료 요청인가요?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1587500"/>
            <a:ext cx="5435600" cy="16437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6200" y="19980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고권한·타 부서·민감자료는 자원 소유자의 추가 승인을 확인한다. 승인 경로가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없으면 부여하지 않는다.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2432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2432939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임시 권한은 자동 만료를 쓸 수 있는지 확인하고, 없으면 회수 작업을 따로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등록한다.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99200" y="286778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26200" y="286778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회수한 권한의 복원은 승인 없이 하지 않는다.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200" y="333286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000" y="365734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365734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근거·범위·일시를 대조한다.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000" y="389648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389648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필요한 업무의 영향과 대체 방안을 확인한다.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000" y="413562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200" y="413562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축소·회수 또는 부여를 반영하고 결과를 기록한다.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5000" y="437476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8200" y="437476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일부 실패는 성공·실패 항목을 나누어 후속 조치를 남긴다.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4200" y="466471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4200" y="4989195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584200" y="4989195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787400" y="5090795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보안 정책에 따라 권한을 조정했습니다. 업무에 필요한 기능이 정상인지 확인해 주세요.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IT-ACS-001-M · 사내 제한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14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정책에 따른 축소·회수, 임시·고권한 요청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근거 문서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대상·범위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051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실패 항목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IT-ACS-001-M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15 /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대형 장애 대응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IT-ACS-001-M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16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대형 장애 대응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04. 대형 장애 대응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5000" y="116840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인사 발령 자동 반영이 여러 사람에게 한꺼번에 되지 않으면 개별 처리를 멈추고 대표 티켓 1건으로 묶어 업무시스템팀장에게 알린다.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140754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40754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권한관리 시스템·디렉터리 동기화 장애면 시스템인프라팀과 연계하고, 복구 후 반영 결과를 대상자별로 확인한다.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164668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64668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사람이 동시에 같은 시스템에 접근하지 못하면 권한이 아니라 시스템 장애로 보고 IT-SYS-003-M을 따른다.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188582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188582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 후 연결된 티켓을 한꺼번에 종료하고(해결 방법: "MI-YYYY-NN 대형 장애 복구로 일괄 해결") 장애 보고서를 남긴다.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IT-ACS-001-M · 사내 제한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17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처리 기록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IT-ACS-001-M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18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 기록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처리 기록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티켓을 종료(FIN)할 때 아래 항목을 남깁니다.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64691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396435"/>
                <a:gridCol w="8627165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적는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요청·승인 연결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신청번호, 승인 기록 참조, 요청자·대상자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대상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시스템·메뉴·폴더, 현재 권한, 요청 권한, 적용 기간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결과와 증빙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전후 설정, 수행 시각·처리자, 승인 대조 결과, 검증 결과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남은 작업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미완료 항목·사유·담당자·다음 안내 일정, 사용자 확인 결과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가이드 반영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가이드에 추가·수정이 필요한지 (필요 / 불필요)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IT-ACS-001-M · 사내 제한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19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연락처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IT-ACS-001-M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20 /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연락처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06. 연락처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20447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55900"/>
                <a:gridCol w="2755900"/>
                <a:gridCol w="55118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연락처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이럴 때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1060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시스템·공유폴더 권한 반영·회수 (서준호, 신유나)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업무시스템팀장 (정상훈)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1060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재배정 승인, 승인 경로가 불분명한 요청 판단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1050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서버·DB·파일서버 권한, 서버 장애 (IT-SYS-008-M)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헬프데스크 내선 1000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접수, 계정 상태 확인 (IT-ACC-001-M)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1119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무단 접근·자료 노출·퇴사 후 접속 의심 (IT-SEC-003-M)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인사팀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그룹웨어 조직도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발령·퇴사 일시, 휴직·복직 확인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IT-ACS-001-M · 사내 제한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21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4200" y="1168400"/>
          <a:ext cx="11023600" cy="876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2145"/>
                <a:gridCol w="1403004"/>
                <a:gridCol w="1603433"/>
                <a:gridCol w="70150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개정일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v0.1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분리 (IT-ACS-001-OPS)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7개 분류 통합 정리본. 문서 양식·열람 등급·용어·연락처를 통일하고 분류 사이의 중복 내용을 한 문서로 정리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IT-ACS-001-M · 사내 제한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22 /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IT-ACS-001-M 사내 시스템 접근권한 처리 매뉴얼</dc:title>
  <dc:subject>사내 제한 · IT 운영 담당자·관리자</dc:subject>
  <dc:creator>업무시스템팀</dc:creator>
  <cp:keywords/>
  <dc:description>generated using python-pptx</dc:description>
  <cp:lastModifiedBy>업무시스템팀</cp:lastModifiedBy>
  <cp:revision>1</cp:revision>
  <dcterms:created xsi:type="dcterms:W3CDTF">2013-01-27T09:14:16Z</dcterms:created>
  <dcterms:modified xsi:type="dcterms:W3CDTF">2013-01-27T09:15:58Z</dcterms:modified>
  <cp:category>사내 제한</cp:category>
</cp:coreProperties>
</file>