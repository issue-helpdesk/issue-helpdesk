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한화시스템 ICT IT 담당자 매뉴얼 · 접근권한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개발·검증 서버 접근권한 처리 매뉴얼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IT-ACS-002-M  |  시스템인프라팀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2449984" cy="304800"/>
          </a:xfrm>
          <a:prstGeom prst="roundRect">
            <a:avLst>
              <a:gd name="adj" fmla="val 16666"/>
            </a:avLst>
          </a:prstGeom>
          <a:solidFill>
            <a:srgbClr val="B84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2449984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제한 · IT 운영 담당자·관리자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5689600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IT운영·보안 조직 내부 문서입니다. 사용자에게 문서 자체를 전달하지 않고, 안내는 짝이 되는 임직원용 가이드를 기준으로 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IT-ACS-002-M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IT-ACS-002-M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IT-ACS-002-M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 접근권한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 (IT 운영 담당자·관리자)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서비스데스크, 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 사용자 가이드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IT-ACS-002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FAQ-004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IT-ACS-002-M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접수·분류 기준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80134" y="1863090"/>
            <a:ext cx="7603666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증상별 처리 절차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3908" y="22948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대형 장애 대응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96108" y="27266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처리 기록 기준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96108" y="31584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6. 연락처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837692" y="3590290"/>
            <a:ext cx="82461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83011" y="40020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20p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IT-ACS-002-M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IT-ACS-002-M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IT-ACS-002로 들어오는 개발·검증 서버·DB 권한 요청(신규, 변경·연장·종료, 승인 후 접속 실패)을 같은 기준으로 처리한다.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78917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담당 범위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2113661"/>
          <a:ext cx="11023600" cy="13335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서비스데스크(L1): 신청 경로 안내, 권한 문제와 장애 구분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2차 이관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시스템인프라팀(L2): 서버·DB 계정·역할·인증 수단 반영·회수 / 네트워크팀: VPN·경로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기준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 전자결재·권한 담당(서준호, 신유나)이 접수·승인을 확인하고, 서버 작업은 시스템인프라팀 개발 서버·DB 담당(하소율, 연하린)이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한다. 재배정은 각 팀장이 승인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서버·DB 접근 관리 화면, 그룹웨어 IT 요청·전자결재, VPN 관리 콘솔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IT-ACS-002-M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IT-ACS-002-M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임직원용 가이드의 항목별 기본값입니다. 긴급도 기준은 IT-STD-001 IT 서비스 운영 기준을 따릅니다.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1" cy="13335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21048"/>
                <a:gridCol w="1009203"/>
                <a:gridCol w="3571025"/>
                <a:gridCol w="931572"/>
                <a:gridCol w="1319727"/>
                <a:gridCol w="2018406"/>
                <a:gridCol w="15526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 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증상·요청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기본 긴급도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방식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이관 대상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서버·DB 권한 신규 반영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변경·연장·종료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 후 접속 실패 진단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 /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289979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322427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322427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안내만으로 끝낸 건. 티켓 없이 상담 기록만 남긴다.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346341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3463417"/>
            <a:ext cx="10769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담당자 조치가 필요한 건. 담당 팀에 배정하고 상태를 RDY → IP → FIN → CLS 로 관리한다. FIN은 담당자 처리 완료, CLS는 문의자가 해결을 확인한 최종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종료다.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396074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긴급도 조정 조건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428523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428523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ACS-01은 기본 P4다. 팀 배포가 막혔다면 권한이 아니라 장애(SYS-15, P2)인지 먼저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" y="452437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452437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무단 접근·키 노출 의심은 최소 P2로 보고 정보보안팀에 넘긴다.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IT-ACS-002-M · 사내 제한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증상별 처리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IT-ACS-002-M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서버·DB 권한 신규 반영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9448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4208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ACS-01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8373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5993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1577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9197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985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9605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1515" y="1168400"/>
            <a:ext cx="1041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47715" y="1219200"/>
            <a:ext cx="889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시스템인프라팀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1291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78911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1796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49416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2436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90056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29412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605612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자원 소유·환경(사내/고객사, 개발/검증/운영)은?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필요한 작업(조회·실행·배포)과 기간은?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접속 수단(VPN·경로·인증 수단)은?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운영·고객사·관리자 권한은 별도 승인 경로를 확인한다. 경로가 불명확하면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보류한다.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2432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신청자에게 개인키·비밀번호·토큰을 요구하지 않는다.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4200" y="29361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" y="326059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26059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기존 계정·역할·인증 등록 상태를 조회한다.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00" y="349973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49973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승인된 역할·그룹·인증 수단만 자원별 운영 절차로 적용한다. 일반 신청을 관리자 권한으로 대체하지 않는다.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373888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73888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 환경에서 접속과 허용 기능을 확인하고 과도한 권한이 없는지 대조한다.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397802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397802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종료 시점과 회수 담당을 등록하고 FIN 처리한다.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4200" y="4267962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서버 권한 작업 기록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584200" y="4592447"/>
          <a:ext cx="11023600" cy="14605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55900"/>
                <a:gridCol w="82677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적을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요청·승인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신청번호, 대상자, 승인 기록, 자원 소유자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환경·권한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환경·자원, 현재 역할과 승인된 변경 범위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기간·회수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시작·종료 시점, 자동 만료 여부, 회수 담당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적용·검증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작업자·시각, 변경 전후 상태, 검증 결과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3" name="TextBox 5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IT-ACS-002-M · 사내 제한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서버·DB 권한 신규 반영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서버 접근권한을 반영했습니다. 안내드린 접속 방법으로 승인된 작업만 확인해 주세요.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005076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신청번호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65214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65214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환경·자원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9200" y="288861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6200" y="288861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 범위와 기간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IT-ACS-002-M · 사내 제한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변경·연장·종료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9448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4208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ACS-01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8373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5993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1577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9197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985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9605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1515" y="1168400"/>
            <a:ext cx="1041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47715" y="1219200"/>
            <a:ext cx="889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시스템인프라팀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1291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78911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1796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49416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2436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90056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29412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605612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기존 신청번호와 현재 권한·종료일은?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새로 필요한 작업이나 새 종료일은?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프로젝트 일정 변경은 자동 연장을 뜻하지 않는다.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불필요해진 기존 권한도 함께 확인한다.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현재·요청 권한의 차이를 확인하고 추가 승인 범위만 적용한다.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" y="326326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26326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연장이면 만료 설정과 회수 예정 작업을 함께 갱신한다.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00" y="350240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50240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종료면 자원별 접근·인증 수단을 회수하고 실제 남은 접근이 없는지 확인한다.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374154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74154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일부 회수 실패는 범위·영향을 기록하고 후속 조치를 요청한다.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4200" y="403148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84200" y="4355973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584200" y="4355973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87400" y="4457573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요청하신 범위(기간)로 서버 권한을 변경했습니다.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84200" y="4868164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ectangle 53"/>
          <p:cNvSpPr/>
          <p:nvPr/>
        </p:nvSpPr>
        <p:spPr>
          <a:xfrm>
            <a:off x="584200" y="4868164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711200" y="4995164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11200" y="527875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8200" y="527875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172200" y="4868164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6172200" y="4868164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299200" y="4995164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99200" y="527875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26200" y="527875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신청번호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99200" y="551522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26200" y="551522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변경 전후 권한·기간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IT-ACS-002-M · 사내 제한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승인 후 접속 실패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9448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4208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ACS-01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8373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5993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1577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9197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985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9605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151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4771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591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6211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9096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6716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9736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77356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2412" y="1168400"/>
            <a:ext cx="1821445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78612" y="1219200"/>
            <a:ext cx="1669045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시스템인프라팀 / 네트워크팀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6818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오류가 인증 실패인가요, 시간 초과인가요?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VPN에 연결돼 있나요?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다른 사람도 같은가요? 배포가 막혔나요?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1587500"/>
            <a:ext cx="5435600" cy="16818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인증 실패·접근 거부: 계정·인증 등록·역할·기간을 확인한다.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2234565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시간 초과·연결 거부: VPN·경로·서비스 상태를 점검하고 네트워크팀 또는 서버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운영과 연계한다.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9200" y="2669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6200" y="26694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명이 동시에 안 되거나 배포가 막히면 SYS-15로 전환한다 (IT-SYS-008-M).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99200" y="290588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26200" y="290588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무단 접근·키 노출 의심은 정보보안팀에 넘긴다.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4200" y="337096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369544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69544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반영 여부를 관리 기록과 현재 설정으로 확인한다.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393458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393458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원인별로 위 기준에 따라 조치하거나 연계한다.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5000" y="417372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8200" y="417372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 접속 확인 후 FIN 처리한다.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4200" y="446366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4200" y="4788154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584200" y="4788154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787400" y="4889754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확인 결과 권한은 정상이고 VPN 연결 문제였습니다. VPN을 다시 연결한 뒤 접속해 주세요.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IT-ACS-002-M · 사내 제한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승인 후 접속 실패 진단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오류 문구·시각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영향 인원·막힌 작업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확인 결과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4200" y="2517013"/>
            <a:ext cx="11023600" cy="638048"/>
          </a:xfrm>
          <a:prstGeom prst="rect">
            <a:avLst/>
          </a:prstGeom>
          <a:solidFill>
            <a:srgbClr val="FDF0E7"/>
          </a:solidFill>
          <a:ln w="10160">
            <a:solidFill>
              <a:srgbClr val="F2C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11200" y="261861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★ 사용자에게 방화벽 해제·개인키 전송·서버 재시작을 요구하지 않는다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1200" y="2855087"/>
            <a:ext cx="10769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허용되지 않은 조치를 대체 방법으로 안내하지 않는다.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IT-ACS-002-M · 사내 제한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IT-ACS-002-M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대형 장애 대응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인사 발령 자동 반영이 여러 사람에게 한꺼번에 되지 않으면 개별 처리를 멈추고 대표 티켓 1건으로 묶어 업무시스템팀장에게 알린다.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40754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권한관리 시스템·디렉터리 동기화 장애면 시스템인프라팀과 연계하고, 복구 후 반영 결과를 대상자별로 확인한다.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64668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64668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사람이 동시에 같은 시스템에 접근하지 못하면 권한이 아니라 시스템 장애로 보고 IT-SYS-003-M을 따른다.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188582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188582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후 연결된 티켓을 한꺼번에 종료하고(해결 방법: "MI-YYYY-NN 대형 장애 복구로 일괄 해결") 장애 보고서를 남긴다.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IT-ACS-002-M · 사내 제한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IT-ACS-002-M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처리 기록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티켓을 종료(FIN)할 때 아래 항목을 남깁니다.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96435"/>
                <a:gridCol w="8627165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적는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요청·승인 연결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기존 신청번호, 승인 기록 참조, 요청자·대상자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대상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시스템·메뉴·폴더, 현재 권한, 요청 권한, 적용 기간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결과와 증빙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전후 설정, 수행 시각·처리자, 승인 대조 결과, 검증 결과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남은 작업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미완료 항목·사유·담당자·다음 안내 일정, 사용자 확인 결과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가이드 반영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가이드에 추가·수정이 필요한지 (필요 / 불필요)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IT-ACS-002-M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연락처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IT-ACS-002-M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연락처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06. 연락처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20447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55900"/>
                <a:gridCol w="2755900"/>
                <a:gridCol w="55118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연락처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이럴 때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1060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 시스템·공유폴더 권한 반영·회수 (서준호, 신유나)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업무시스템팀장 (정상훈)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1060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재배정 승인, 승인 경로가 불분명한 요청 판단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1050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서버·DB·파일서버 권한, 서버 장애 (IT-SYS-008-M)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헬프데스크 내선 1000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접수, 계정 상태 확인 (IT-ACC-001-M)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무단 접근·자료 노출·퇴사 후 접속 의심 (IT-SEC-003-M)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그룹웨어 조직도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발령·퇴사 일시, 휴직·복직 확인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IT-ACS-002-M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84200" y="1168400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v0.1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분리 (IT-ACS-002-OPS)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7개 분류 통합 정리본. 문서 양식·열람 등급·용어·연락처를 통일하고 분류 사이의 중복 내용을 한 문서로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IT-ACS-002-M · 사내 제한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IT-ACS-002-M 개발·검증 서버 접근권한 처리 매뉴얼</dc:title>
  <dc:subject>사내 제한 · IT 운영 담당자·관리자</dc:subject>
  <dc:creator>시스템인프라팀</dc:creator>
  <cp:keywords/>
  <dc:description>generated using python-pptx</dc:description>
  <cp:lastModifiedBy>시스템인프라팀</cp:lastModifiedBy>
  <cp:revision>1</cp:revision>
  <dcterms:created xsi:type="dcterms:W3CDTF">2013-01-27T09:14:16Z</dcterms:created>
  <dcterms:modified xsi:type="dcterms:W3CDTF">2013-01-27T09:15:58Z</dcterms:modified>
  <cp:category>사내 제한</cp:category>
</cp:coreProperties>
</file>