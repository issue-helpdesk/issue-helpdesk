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한화시스템 ICT IT 담당자 매뉴얼 · VPN·네트워크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사내 네트워크 장애 처리 매뉴얼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IT-NET-002-M  |  네트워크팀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2449984" cy="304800"/>
          </a:xfrm>
          <a:prstGeom prst="roundRect">
            <a:avLst>
              <a:gd name="adj" fmla="val 16666"/>
            </a:avLst>
          </a:prstGeom>
          <a:solidFill>
            <a:srgbClr val="B84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2449984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제한 · IT 운영 담당자·관리자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5689600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IT운영·보안 조직 내부 문서입니다. 사용자에게 문서 자체를 전달하지 않고, 안내는 짝이 되는 임직원용 가이드를 기준으로 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IT-NET-002-M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29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IT-NET-002-M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IT-NET-002-M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 VPN·네트워크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 (IT 운영 담당자·관리자)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서비스데스크, 네트워크팀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 사용자 가이드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IT-NET-002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NET-01, NET-04, NET-05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FAQ-006, FAQ-008, FAQ-037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IT-NET-002-M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59892" y="1431290"/>
            <a:ext cx="84239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접수·분류 기준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80134" y="1863090"/>
            <a:ext cx="7603666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증상별 처리 절차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3908" y="22948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대형 장애 대응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96108" y="27266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23p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처리 기록 기준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96108" y="31584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25p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부록 · 관련 문서 · 용어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710706" y="3570288"/>
            <a:ext cx="7373094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27p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8354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83011" y="40020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85400" y="3835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29p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IT-NET-002-M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IT-NET-002-M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IT-NET-002로 들어오는 사내 Wi-Fi·유선 LAN·인터넷 속도 저하 문의를 서비스데스크가 접수·분류하고, 네트워크팀이 장비·설정을 조치하는 기준과 절차를 정한다.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78917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담당 범위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2113661"/>
          <a:ext cx="11023600" cy="13335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서비스데스크(L1): 증상·위치·포트 번호 확인, Wi-Fi 프로필 재설정 안내로 즉시 처리, 장비 조치가 필요한 건 티켓 생성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2차 이관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네트워크팀(L2): 무선 AP 점검·재부팅, 무선망 인증서 재발급, 무선랜 드라이버 재설치, 랜 포트 활성화·VLAN 설정, IP 할당(DHCP) 점검,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대역폭·스위치 점검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담당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조민재 (무선·유선 LAN), 정서현 (무선·유선 LAN), 성민경 (인터넷·백본), 함성진 (인터넷·백본)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 모니터링 시스템, 무선 AP 관리 콘솔, 스위치 관리 콘솔, 인증서 포털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IT-NET-002-M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IT-NET-002-M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 가이드의 블록별 기본값이다. 긴급도 기준은 IT-STD-001 IT 서비스 운영 기준을 따른다.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0" cy="2336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56751"/>
                <a:gridCol w="944336"/>
                <a:gridCol w="3887849"/>
                <a:gridCol w="1108523"/>
                <a:gridCol w="1214989"/>
                <a:gridCol w="2160351"/>
                <a:gridCol w="1050801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 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증상·요청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기본 긴급도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방식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이관 대상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Wi-Fi가 연결됐다 끊겼다 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 후 필요 시 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Wi-Fi 연결 시 '인증서를 확인할 수 없습니다' 오류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Wi-Fi 연결은 되는데 인터넷이 안 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Wi-Fi 목록에 사내 무선망이 보이지 않음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자리 이동 후 랜선 연결 시 '네트워크 연결 없음'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랜선 연결 시 '식별되지 않은 네트워크' 표시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3.7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NET-04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인터넷이 너무 느리거나 화상회의가 계속 끊김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390309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422757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422757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서비스데스크(L1)가 안내만으로 끝낸 건. 티켓 없이 상담 기록만 남긴다.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446671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446671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담당자 조치가 필요한 건. 담당팀에 배정하고 상태를 RDY → WIP → FIN → CLS 으로 관리한다.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475665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긴급도 조정 조건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508114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508114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층·부서에서 네트워크를 전혀 쓸 수 없으면 NET-03(P1)으로 전환하고 IT-NET-003-M 절차를 따른다.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" y="532028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532028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고객 미팅 등 당일 일정에 차질이 있거나 급하다고 하면 P3을 P2로 한 단계 올린다 (예: INQ-2026-00180, INQ-2026-00196).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000" y="555942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" y="555942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구역에서 여러 명이 Wi-Fi 인터넷 불가를 알리면 AP 장애(3.3)로 묶어 우선 배정한다.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IT-NET-002-M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증상별 처리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IT-NET-002-M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8 / 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사내 Wi-Fi가 연결됐다 끊겼다 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9584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4344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NET-01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85094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61294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17143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93343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21223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97423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2880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49080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728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6348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92328" y="1168400"/>
            <a:ext cx="787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68528" y="1219200"/>
            <a:ext cx="635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네트워크팀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연결됐다 끊기나요, 아예 연결이 안 되나요? 위치는 어디인가요?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장소의 다른 사람도 끊기나요, 내 노트북만 그런가요?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저장된 사내 무선망을 삭제하고 다시 연결해 봤나요?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사내 Wi-Fi 프로필 삭제 후 재연결로 해결되면 끝낸다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(INQ-2026-00352).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26200" y="2432939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내 노트북만 반복해서 끊기면 네트워크팀이 무선 드라이버와 절전 설정을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점검한다 (INQ-2026-00377).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286778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286778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장소 여러 명이 겪으면 3.3(AP 장애)으로 분류한다.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4200" y="333286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3657346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657346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Wi-Fi 프로필 삭제 후 재연결을 안내한다.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4200" y="3896487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896487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해결되지 않으면 티켓을 만들어 네트워크팀에 배정한다.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4200" y="4135628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4135628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네트워크팀이 원격 지원으로 무선 드라이버를 업데이트하고 전원 관리의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절전 설정을 해제한다.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200" y="458216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4582160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장소에서 끊기지 않는지 사용자와 확인하고 FIN 처리한다.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83656" y="3657346"/>
            <a:ext cx="5724144" cy="1729168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0" name="Picture 49" descr="IT-NET-002-M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3657346"/>
            <a:ext cx="5724144" cy="172916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5883656" y="5437314"/>
            <a:ext cx="5724144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3.1-1. 원격 지원으로 무선 어댑터 드라이버를 업데이트하고 전원 관리의 절전 설정을 해제하는</a:t>
            </a:r>
          </a:p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화면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IT-NET-002-M · 사내 제한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 / 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사내 Wi-Fi가 연결됐다 끊겼다 함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사내 Wi-Fi가 끊기던 문제로 무선 드라이버를 업데이트하고 절전 설정을 해제했습니다. 다시 끊기면 위치와 시각을 알려 주세요.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005076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00507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문의이력에 재발 방지 기록 없음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200" y="265214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265214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노트북 모델 문의가 반복되면 드라이버 일괄 업데이트 필요 여부를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검토한다.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2005076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172200" y="200507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99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위치, 끊기는 빈도·시각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9200" y="265214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6200" y="265214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노트북 모델과 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9200" y="288861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6200" y="288861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프로필 재설정 결과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IT-NET-002-M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 / 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Wi-Fi 연결 시 '인증서를 확인할 수 없습니다' 오류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9584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4344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NET-01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85094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61294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17143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93343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21223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97423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2880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49080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728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6348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92328" y="1168400"/>
            <a:ext cx="787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68528" y="1219200"/>
            <a:ext cx="635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네트워크팀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메시지가 '인증서를 확인할 수 없습니다'인가요?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언제부터 그런가요? 유선 LAN은 되나요?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회사 지급 PC인가요?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 대상이 아니다. 인증서 재발급이 필요하므로 티켓으로 네트워크팀에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이관한다 (이력 4건 모두 티켓).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26200" y="2432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개인 기기라면 게스트 Wi-Fi만 쓸 수 있음을 안내하고 끝낸다 (FAQ-037).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4200" y="293611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4200" y="3260598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260598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메시지를 확인하고 티켓을 만들어 네트워크팀에 배정한다.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3499739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499739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네트워크팀이 인증서 포털에서 해당 단말의 무선망 인증서를 재발급한다.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4200" y="373888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738880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사용자에게 새 인증서 설치와 사내 무선망 재연결 방법을 안내한다.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4200" y="3978021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978021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정상 연결을 확인하고 FIN 처리한다 (INQ-2026-00133).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83656" y="3260598"/>
            <a:ext cx="5724144" cy="1295088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8" name="Picture 47" descr="IT-NET-002-M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3260598"/>
            <a:ext cx="5724144" cy="129508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5883656" y="4606486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3.2-1. 인증서 포털의 단말 인증서 관리 화면에서 만료된 인증서를 재발급하는 화면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4200" y="491382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84200" y="5238311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ectangle 51"/>
          <p:cNvSpPr/>
          <p:nvPr/>
        </p:nvSpPr>
        <p:spPr>
          <a:xfrm>
            <a:off x="584200" y="5238311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787400" y="5339911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사내 무선망 인증서를 재발급했습니다. 안내드린 방법으로 새 인증서를 설치한 뒤 저장된 사내 무선망을 삭제하고 다시 연결해 주세요.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IT-NET-002-M · 사내 제한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 / 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Wi-Fi 연결 시 '인증서를 확인할 수 없습니다' 오류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문의이력 기록: AP 상태 모니터링 알림 등록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단말 무선 인증서 만료 문의가 반복되므로 만료 전 사전 안내 여부를 검토한다.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메시지, 사번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PC 정보(노트북 모델·OS)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발생 시각과 유선 LAN 사용 가능 여부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IT-NET-002-M · 사내 제한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 / 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사내 Wi-Fi 연결은 되는데 인터넷이 안 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9584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4344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NET-01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85094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61294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17143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93343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21223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97423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2880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49080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728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6348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92328" y="1168400"/>
            <a:ext cx="787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68528" y="1219200"/>
            <a:ext cx="635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네트워크팀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4453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건물·층·회의실 위치는 어디인가요?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장소의 다른 사람도 연결은 되는데 인터넷이 안 되나요?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급한 일정(고객 미팅 등)이 있나요?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1587500"/>
            <a:ext cx="5435600" cy="14453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 대상이 아니다. 평가셋 기준 담당자 배정(네트워크팀 이관)이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정답이다.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26200" y="2432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명이 같은 장소에서 겪으면 하나의 티켓으로 묶어 우선 배정한다.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2669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26694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증상이 여러 층에서 동시에 접수되면 NET-03으로 전환한다.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4200" y="313448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3458972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458972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위치와 영향 인원을 확인해 티켓을 만들고 네트워크팀에 배정한다.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4200" y="3698113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698113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네트워크팀이 무선 AP 관리 콘솔에서 해당 구역 AP 상태를 확인한다.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4200" y="3937254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937254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해당 구역 무선 AP를 재부팅해 정상화하고, 장비 상태 모니터링에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등록한다 (INQ-2026-00004 등 7건).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200" y="4383786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4383786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장소에서 인터넷이 되는지 사용자와 확인하고 FIN 처리한다.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83656" y="3458972"/>
            <a:ext cx="5724144" cy="148112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0" name="Picture 49" descr="IT-NET-002-M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3458972"/>
            <a:ext cx="5724144" cy="1481122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5883656" y="4990894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3.3-1. 무선 AP 관리 콘솔에서 오류 구역 AP를 확인하고 재부팅하는 화면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IT-NET-002-M · 사내 제한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 / 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사내 Wi-Fi 연결은 되는데 인터넷이 안 됨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본사 ○층 회의실 무선 AP를 재부팅해 정상화했습니다. 같은 증상이 다시 생기면 위치를 알려 주세요.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005076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00507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AP 상태 모니터링 알림 등록 (문의이력)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005076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200507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건물·층·회의실 위치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65214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65214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영향 인원과 발생 시각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9200" y="288861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6200" y="288861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급한 일정 여부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IT-NET-002-M · 사내 제한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 / 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Wi-Fi 목록에 사내 무선망이 보이지 않음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9584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4344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NET-01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85094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61294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17143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93343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21223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97423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2880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49080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728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6348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92328" y="1168400"/>
            <a:ext cx="787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68528" y="1219200"/>
            <a:ext cx="635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네트워크팀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비행기 모드가 꺼져 있고 Wi-Fi가 켜져 있나요?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목록에 다른 무선망은 보이나요? 같은 자리 다른 사람에게는 보이나요?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재부팅해 봤나요?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비행기 모드 등 설정 문제로 확인되면 안내로 끝낸다.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26200" y="2234565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설정에 문제가 없는데 사내 무선망이 안 보이면 무선랜 드라이버 재설치가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필요하다 (이력 6건 모두 티켓).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4200" y="293611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4200" y="3260598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260598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비행기 모드·Wi-Fi 켜짐 여부와 재부팅을 안내한다.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3499739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499739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해결되지 않으면 티켓을 만들어 네트워크팀에 배정한다.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4200" y="373888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738880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네트워크팀이 원격 지원으로 무선랜 드라이버를 다시 설치한다.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4200" y="3978021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978021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사내 무선망이 보이고 연결되는지 확인하고 FIN 처리한다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(INQ-2026-00034).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83656" y="3260598"/>
            <a:ext cx="5724144" cy="1729168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8" name="Picture 47" descr="IT-NET-002-M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3260598"/>
            <a:ext cx="5724144" cy="172916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5883656" y="5040566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3.4-1. 원격 지원으로 장치 관리자에서 무선 어댑터 드라이버를 다시 설치하는 화면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IT-NET-002-M · 사내 제한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 / 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Wi-Fi 목록에 사내 무선망이 보이지 않음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무선랜 드라이버를 다시 설치해 사내 무선망 연결을 확인했습니다. 다시 보이지 않으면 바로 알려 주세요.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005076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00507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문의이력 기록: AP 상태 모니터링 알림 등록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200" y="265214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265214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드라이버를 다시 설치해도 반복되는 노트북은 엔드포인트지원팀 장비 점검으로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연결한다.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2005076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172200" y="200507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99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노트북 모델과 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9200" y="265214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6200" y="265214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목록에 보이는 무선망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9200" y="288861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6200" y="288861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사용자가 해 본 조치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IT-NET-002-M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 / 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자리 이동 후 랜선 연결 시 '네트워크 연결 없음'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9584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4344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NET-05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85094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61294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17143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93343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21223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97423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2880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49080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728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6348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92328" y="1168400"/>
            <a:ext cx="787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68528" y="1219200"/>
            <a:ext cx="635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네트워크팀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벽면 포트 번호(예: 5F-A-12)는 무엇인가요?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자리를 옮긴 날짜는 언제인가요? 케이블을 확인했나요?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메시지는 '네트워크 연결 없음'인가요?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 대상이 아니다. 평가셋 기준 포트 번호를 받아 네트워크팀에 이관한다.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26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포트 번호를 모르면 먼저 확인을 요청한 뒤 티켓을 만든다.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4200" y="293611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4200" y="3260598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260598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포트 번호와 위치를 받아 티켓을 만들고 네트워크팀에 배정한다.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3499739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499739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네트워크팀이 스위치 관리 콘솔에서 해당 포트를 활성화하고 VLAN을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설정한다.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4200" y="3946271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946271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사용자에게 랜선을 다시 꽂아 연결을 확인하도록 안내한다.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4200" y="4185412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4185412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정상 연결을 확인하고 FIN 처리한다 (INQ-2026-00122).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83656" y="3260598"/>
            <a:ext cx="5724144" cy="1242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8" name="Picture 47" descr="IT-NET-002-M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3260598"/>
            <a:ext cx="5724144" cy="124261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5883656" y="4554014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3.5-1. 스위치 관리 콘솔에서 포트 번호로 조회해 포트를 활성화하고 VLAN을 지정하는 화면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4200" y="4861354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84200" y="5185839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ectangle 51"/>
          <p:cNvSpPr/>
          <p:nvPr/>
        </p:nvSpPr>
        <p:spPr>
          <a:xfrm>
            <a:off x="584200" y="5185839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787400" y="5287439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요청하신 벽면 포트를 활성화했습니다. 랜선을 다시 꽂아 연결을 확인해 주세요.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IT-NET-002-M · 사내 제한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17 / 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자리 이동 후 랜선 연결 시 '네트워크 연결 없음'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문의이력에 재발 방지 기록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자리 이동 요청이 있을 때 포트 활성화를 함께 처리하는지 검토한다.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벽면 포트 번호와 위치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자리 이동 날짜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메시지와 케이블 확인 여부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IT-NET-002-M · 사내 제한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 / 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3.6 랜선 연결 시 '식별되지 않은 네트워크' 표시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9584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4344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NET-05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85094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61294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17143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93343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21223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97423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2880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49080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728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6348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92328" y="1168400"/>
            <a:ext cx="787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68528" y="1219200"/>
            <a:ext cx="635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네트워크팀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메시지가 '식별되지 않은 네트워크'인가요?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벽면 포트 번호와 위치는 어디인가요?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층 다른 사람도 같은 증상인가요? 재부팅해 봤나요?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랜선 재연결이나 재부팅으로 IP를 받으면 끝낸다.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26200" y="2234565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재부팅 후에도 같으면 IP 할당(DHCP) 점검이 필요하다 (이력 2건 모두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티켓).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4200" y="293611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4200" y="3260598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260598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랜선 재연결과 재부팅을 안내한다.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3499739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499739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해결되지 않으면 티켓을 만들어 네트워크팀에 배정한다.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4200" y="373888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738880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네트워크팀이 DHCP 서비스 상태를 확인해 재시작하고 사용자 IP를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갱신한다.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4200" y="4185412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4185412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인터넷 연결을 확인하고 FIN 처리한다 (INQ-2026-00012,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INQ-2026-00238).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83656" y="3260598"/>
            <a:ext cx="5724144" cy="120922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8" name="Picture 47" descr="IT-NET-002-M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3260598"/>
            <a:ext cx="5724144" cy="1209225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5883656" y="4520623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3.6-1. 네트워크 모니터링 시스템에서 DHCP 서비스 상태와 주소 범위 사용률을 확인하는 화면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4200" y="482796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84200" y="5152448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ectangle 51"/>
          <p:cNvSpPr/>
          <p:nvPr/>
        </p:nvSpPr>
        <p:spPr>
          <a:xfrm>
            <a:off x="584200" y="5152448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787400" y="5254048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IP 자동 할당 문제를 조치하고 IP를 갱신했습니다. 지금 인터넷 연결을 확인해 주세요.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IT-NET-002-M · 사내 제한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 / 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3.6 랜선 연결 시 '식별되지 않은 네트워크' 표시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문의이력에 재발 방지 기록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구역에서 반복되면 DHCP 주소 범위와 서비스 상태를 점검한다.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벽면 포트 번호와 위치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증상 범위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IT-NET-002-M · 사내 제한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20 / 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3.7 인터넷이 너무 느리거나 화상회의가 계속 끊김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9584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4344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NET-04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85094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61294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17143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93343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21223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97423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2880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49080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728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6348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92328" y="1168400"/>
            <a:ext cx="787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68528" y="1219200"/>
            <a:ext cx="635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네트워크팀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4453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건물·층은 어디이며, 같은 층·팀 전체가 느린가요?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언제부터 느린가요? 특정 시간대에 반복되나요?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느린 서비스는 무엇인가요(웹, 화상회의, 사내 시스템)?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1587500"/>
            <a:ext cx="5435600" cy="14453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 대상이 아니다. 평가셋 기준 부서 단위 속도 저하는 P2로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네트워크팀에 이관한다.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26200" y="2432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혼자만 느리면 PC 문제일 수 있으므로 HW-01 기준으로 다시 분류한다.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2669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26694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층·부서에서 네트워크를 전혀 쓸 수 없으면 NET-03으로 전환한다.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4200" y="313448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3458972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458972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건물·층과 영향 범위를 확인해 P2 티켓을 만들고 네트워크팀에 배정한다.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4200" y="3698113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698113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네트워크팀이 네트워크 모니터링 시스템에서 해당 층 스위치 업링크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사용량과 포트 상태를 확인한다.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4200" y="4144645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4144645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대용량 업데이트 배포가 원인이면 배포를 업무 외 시간으로 옮기고 QoS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정책을 적용한다 (INQ-2026-00010 등 7건).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200" y="4591177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4591177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업링크 포트 오류면 포트 교체·트래픽 분산, 대역폭 포화면 업링크를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증설한다 (INQ-2026-00177, INQ-2026-00380).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4200" y="5037709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5037709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층 속도가 정상인지 사용자와 확인하고 FIN 처리한다.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883656" y="3458972"/>
            <a:ext cx="5724144" cy="1364254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2" name="Picture 51" descr="IT-NET-002-M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3458972"/>
            <a:ext cx="5724144" cy="1364254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5883656" y="4874026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3.7-1. 네트워크 모니터링 시스템에서 층별 업링크 사용률을 확인해 포화 층을 찾는 화면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IT-NET-002-M · 사내 제한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21 / 29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3.7 인터넷이 너무 느리거나 화상회의가 계속 끊김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61798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61798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본사 ○층 네트워크 속도 저하를 조치했습니다. 대용량 배포 시간을 업무 외 시간으로 옮기고 트래픽 우선순위를 적용했습니다. 다시 느려지면 시간대를 알려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주세요.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212467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212467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33946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62305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62305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대용량 배포 작업 업무시간 외 수행 원칙 수립 (문의이력)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200" y="285953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2859532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스위치 대역폭 사용률 알림 등록 (문의이력)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2212467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172200" y="2212467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99200" y="233946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62305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62305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건물·층, 영향 팀·인원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9200" y="285953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6200" y="2859532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시작 시각과 반복 시간대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9200" y="3096006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6200" y="3096006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느린 서비스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IT-NET-002-M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22 / 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IT-NET-002-M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23 / 29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대형 장애 대응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층·부서에서 사내망·인터넷을 전혀 쓸 수 없으면 NET-03 전사 장애로 판단하고 IT-NET-003-M 절차로 넘긴다. 같은 층의 Wi-Fi 장애나 속도 저하는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NET-01·NET-04 티켓으로 처리한다.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61493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61493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대표 티켓(MI-YYYY-NN)을 만들고, 같은 증상의 개별 문의는 대표 티켓에 연결한다.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85407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85407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공지 방법과 갱신 주기는 IT-NET-003-M 4장을 따른다.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209321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09321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후 개별 문의 일괄 완료 처리와 원인 보고는 IT-NET-003-M 4장을 따른다.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IT-NET-002-M · 사내 제한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24 / 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IT-NET-002-M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25 / 29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처리 기록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완료(FIN) 시 티켓에 아래 항목을 남긴다. 반복되는 건은 사용자 가이드 반영 여부를 검토한다.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91100"/>
                <a:gridCol w="87325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기록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확인된 원인 한 줄 (예: VPN 클라이언트 구버전 사용)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조치 내용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실제로 한 조치. 즉시 처리면 앞에 [즉시 처리]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재발 방지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같은 문의를 줄이기 위한 조치 (없으면 빈칸)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안내에 쓴 FAQ 번호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가이드 반영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가이드에 추가·수정이 필요한지 (필요 / 불필요)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IT-NET-002-M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26 / 29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558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IT-NET-002-M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27 / 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내부 연락처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헬프데스크 내선 1000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1040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1030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IT-NET-002-M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28 / 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v1.0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2026-03-01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최초 작성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7개 분류 통합 정리본. 문서 양식·열람 등급·용어·연락처를 통일하고 분류 사이의 중복 내용을 한 문서로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IT-NET-002-M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29 / 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IT-NET-002-M 사내 네트워크 장애 처리 매뉴얼</dc:title>
  <dc:subject>사내 제한 · IT 운영 담당자·관리자</dc:subject>
  <dc:creator>네트워크팀</dc:creator>
  <cp:keywords/>
  <dc:description>generated using python-pptx</dc:description>
  <cp:lastModifiedBy>네트워크팀</cp:lastModifiedBy>
  <cp:revision>1</cp:revision>
  <dcterms:created xsi:type="dcterms:W3CDTF">2013-01-27T09:14:16Z</dcterms:created>
  <dcterms:modified xsi:type="dcterms:W3CDTF">2013-01-27T09:15:58Z</dcterms:modified>
  <cp:category>사내 제한</cp:category>
</cp:coreProperties>
</file>