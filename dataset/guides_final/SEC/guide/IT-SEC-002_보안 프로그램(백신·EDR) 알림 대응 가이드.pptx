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프로그램(백신·EDR) 알림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IT-SEC-002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백신, EDR, 보안 프로그램, 보안 에이전트, 위협 탐지, 위협이 탐지되어 격리되었습니다, 격리, 자동 격리, 오탐, 업무 파일 삭제, 매크로 파일, 예외 검토, 예외 등록,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오류, 보호 중, 트레이 아이콘, 악성코드, 감염, 모르는 프로세스, 랜섬웨어, 확장자 변경, 애드웨어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프로그램이 띄우는 위협 탐지 알림의 뜻과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 격리를 확인하는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파일이 격리됐을 때 예외 검토를 요청하는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방법을 안내합니다.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486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486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감염이 의심될 때 바로 할 일을 안내합니다.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PC(Windows·macOS)를 쓰는 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임직원이 대상입니다.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 메일의 첨부를 연 뒤 알림이 떴다면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IT-SEC-001 3.3을 먼저 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533" y="24486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533" y="244868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 외의 SW 오류는 IT-SW-003을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867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(백신·EDR)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18154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표시줄(Windows)·메뉴 막대(macOS)의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에이전트 아이콘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867" y="2250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8867" y="22503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/ macOS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알림이 뜨면 먼저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이름과 위치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를 확인합니다. 방금 내려받거나 연 파일인지 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대부분의 위협은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자동으로 격리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되어 실행되지 않습니다. 격리된 파일을 직접 꺼내거나 다시 받지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프로그램을 끄거나 지우거나, 예외를 직접 추가하지 않습니다.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업무 파일이 걸렸으면 예외 검토를 요청합니다.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 메일의 첨부·링크를 연 뒤 알림이 떴다면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정보보안팀(내선 1119)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 바로 연락합니다.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뒤 PC가 느려지거나 모르는 프로그램이 실행되면 3.4를 바로 따릅니다.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보안 프로그램은 끄지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업무에 방해가 되더라도 끄거나 지우면 PC와 회사 전체가 위험해집니다. 필요한 예외는 정보보안팀이 검토해 등록합니다.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347903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알림 문구별 뜻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4200" y="3803523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64175"/>
                <a:gridCol w="675942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문구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뜻과 할 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위협이 탐지되어 격리되었습니다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위험한 파일을 찾아 실행되지 않게 옮겨 두었습니다. 대부분 추가 조치가 필요 없습니다 (3.1).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위협이 탐지되었습니다 (조치 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자동으로 처리하지 못했습니다. 파일을 열지 말고 ITssue 챗봇에 알립니다 (3.1).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파일 이름이 격리 목록에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파일이 위험하다고 잘못 판단됐을 수 있습니다(오탐). 예외 검토를 요청합니다 (3.2).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중 오류 / 보호되지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설치가 끝났는지, 보호 중인지 아이콘으로 확인합니다 (3.3).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뒤 PC 이상 · 파일 확장자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 의심입니다. 네트워크를 끊고 정보보안팀에 바로 연락합니다 (3.4).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39774"/>
                <a:gridCol w="2079925"/>
                <a:gridCol w="270390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'위협이 탐지되어 격리되었습니다' 알림이 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업무에 쓰는 파일을 보안 프로그램이 자꾸 지운다 (격리)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에이전트 설치 중 오류가 났다. 설치됐는지 모르겠다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뒤 PC가 이상하다. 모르는 프로그램이 돌거나 파일이 열리지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의심 메일의 첨부를 연 뒤 알림이 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SW가 실행되지 않거나 오류가 난다 (보안 알림 없음)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'위협이 탐지되어 격리되었습니다' 알림이 떴을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파일이 격리·삭제될 때 (예외 검토 요청)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에이전트 설치 오류·정상 동작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뒤 PC가 이상할 때 (감염 의심)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85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7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356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76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096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6716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65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727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백신이 '위협이 탐지되어 격리되었습니다'라는 알림을 띄웠어요.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인터넷에서 무료 프로그램을 받았더니 바로 탐지 알림이 떴습니다.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인터넷에서 받은 파일에 광고 프로그램(애드웨어)이나 악성코드가 들어 있어 보안 프로그램이 격리했습니다.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알림에서 파일 이름과 위치를 확인합니다. 방금 받거나 연 파일인지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[자세히]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눌러 보안 에이전트의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[격리 파일]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'격리됨'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인지 확인합니다. 격리된 파일은 실행되지 않으니 그대로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둡니다.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[전체 검사]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한 번 실행하고 끝날 때까지 기다립니다.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7513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75132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프로그램이 필요하면 소프트웨어 센터나 회사가 안내한 경로에서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받습니다 (IT-SW-001).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sec002_31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① 파일 이름·위치 확인 ② [자세히] ③ 상태 '격리됨' 확인 ④ [전체 검사]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상태가 '격리됨'이고 전체 검사에서 다른 위협이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나오지 않으면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상태가 '조치 필요'이거나 검사에서 다른 위협이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나오면 파일을 열지 말고 ITssue 챗봇에 알림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화면을 캡처해 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격리된 파일이 업무 파일이면 3.2, 알림 뒤 PC가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이상하면 3.4를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PC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화면 캡처 (파일 이름·위치·탐지 이름)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파일을 어디서 받았는지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전체 검사 결과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2875661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29772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격리된 파일을 꺼내거나 같은 파일을 다시 받지 않습니다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87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407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921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9121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032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652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5592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3212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업무용 매크로 파일을 보안 프로그램이 자꾸 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팀에서 매달 쓰는 자동화 파일이 열 때마다 격리됩니다.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매크로처럼 다른 프로그램을 자동으로 움직이는 동작을 보안 프로그램이 위험하다고 판단했습니다(오탐일 수 있음).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프로그램을 끄거나 예외를 직접 추가하지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[격리 파일]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파일 이름·경로·탐지 이름을 확인해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캡처합니다.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챗봇에 '업무 파일 격리 예외 검토'로 파일 이름·경로·용도를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 마감이 있으면 시각을 함께 적습니다.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파일을 분석해 오탐이면 예외로 등록하고 파일을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복원합니다.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95871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95871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복원 안내를 받으면 파일을 열어 정상으로 동작하는지 확인합니다.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sec002_32_quaran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① 격리된 업무 파일 확인 ② 파일 이름·경로·용도를 적어 챗봇에 예외 검토 요청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예외 등록·복원을 알려 주고, 파일을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열어도 다시 격리되지 않으면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분석 결과 실제 위협이면 예외로 등록하지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 정보보안팀이 안내하는 대체 방법을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복원 뒤에도 같은 파일이 다시 격리되면 파일을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수정했는지 함께 적어 다시 알립니다. 파일 내용이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바뀌면 다시 검토해야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PC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이름·경로와 탐지 이름 (캡처)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용도와 출처 (직접 만듦·팀 공유·외부)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시각 (있으면)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3074035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317563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보안 프로그램을 끄거나 지우거나, 예외를 직접 추가하지 않습니다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3412109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업무가 급해도 같습니다. 마감 시각을 적어 주시면 그에 맞춰 검토합니다.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보안 에이전트 설치 오류·정상 동작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85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7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356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76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096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6716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65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727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설치하다가 에러가 떴는데 설치된 건지 모르겠어요.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새로 받았는데 보안 프로그램이 제대로 돌고 있는지 모르겠습니다.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설치는 끝났는데 설치 프로그램이 이미 설치된 구성 요소 때문에 오류 창을 한 번 더 띄운 경우가 많습니다.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창을 닫고 PC를 다시 시작합니다.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표시줄 오른쪽 아래(macOS는 화면 위 메뉴 막대)의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찾습니다.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아이콘을 눌러 상태가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'보호 중'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인지 확인합니다.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'보호 중'이면 설치가 끝난 것입니다. 다시 설치하지 않습니다.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sec002_33_t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① 오류 창 닫기 ② 에이전트 아이콘 ③ 상태 '보호 중' 확인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보안 에이전트 설치 오류·정상 동작 확인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에이전트 상태가 '보호 중'이고 정책이 '최신'이면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아이콘이 없거나 '보호되지 않음'이면 ITssue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알립니다. 정보보안팀이 관리 콘솔에서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상태를 확인합니다.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 파일을 다른 곳에서 받아 다시 설치하지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PC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창 문구 (캡처)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운영체제 (Windows / macOS)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 상태 ('보호 중'·'보호되지 않음'·없음)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010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630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515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135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25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87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5816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3436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백신에서 위협 탐지 알림이 뜬 뒤로 PC가 이상해요. 모르는 프로세스가 계속 돌아요.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 뒤에 모르는 확장자가 붙고 열리지 않습니다. 돈을 요구하는 안내문이 생겼습니다.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외 사이트에서 받은 파일 등으로 악성코드에 감염됐을 수 있습니다. 파일을 잠그는 악성코드(랜섬웨어)는 공유 드라이브로 퍼질 수 있습니다.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Wi-Fi를 끄고 랜선을 뽑습니다.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전원은 끄지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외장 디스크를 빼고 공유 드라이브 연결을 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전화로 정보보안팀(내선 1119)에 바로 연락합니다.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0974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PC는 그대로 둡니다. 파일이나 프로그램을 직접 지우지 않습니다.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3365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3365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원격으로 격리·분석하고, 필요하면 PC를 다시 설치합니다.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그동안 쓸 PC는 엔드포인트지원팀이 안내합니다.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sec002_34_in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① 모르는 확장자가 붙어 열리지 않는 파일 ② 네트워크 끊기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악성코드 제거나 PC 재설치를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마치고 사용해도 된다고 알려 주면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드라이브의 파일도 바뀌었으면 바로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 다른 사람에게 퍼질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바뀐 파일의 복구는 IT-SYS-006 공유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드라이브·파일 복구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PC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이상해진 시각과 증상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내용 (캡처가 있으면)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받은 파일·메일·방문한 사이트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네트워크를 끊었는지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4200" y="2989961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1200" y="30915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안내문의 연락처로 연락하거나 돈을 보내지 않습니다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332803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★ 전원을 끄지 않습니다. 원인을 확인할 기록이 사라질 수 있습니다.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프로그램이 위협을 탐지했다고 떠요. (FAQ-031)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대부분 자동 격리되므로 추가 조치는 필요 없습니다. 업무 파일이 격리됐다면 파일명과 경로를 적어 예외 검토를 요청하세요.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임의로 보안 프로그램을 끄지 마세요.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업무가 급한데 보안 프로그램을 잠깐 꺼도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됩니다. 마감 시각을 적어 예외 검토를 요청하면 그에 맞춰 검토합니다 (3.2).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격리된 파일은 지워졌나요?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격리는 실행되지 않게 안전한 곳으로 옮겨 둔 것입니다. 오탐으로 확인되면 정보보안팀이 복원합니다.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 때문에 SW 실행이 안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문서 3.2를 따릅니다. 파일 이름·경로를 적어 챗봇으로 예외 검토를 요청합니다. 보안 프로그램을 끄고 실행하지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프로그램을 끄거나 지우거나, 예외를 직접 추가하지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감염이 의심되면 네트워크를 끊고 전원은 켜 둔 채 정보보안팀에 바로 연락합니다.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안내문의 연락처로 연락하거나 돈을 보내지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프로그램은 소프트웨어 센터나 회사가 안내한 경로에서만 받습니다.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격리된 파일을 다른 PC나 USB로 옮겨 열어 보지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830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830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화면은 캡처해 두면 문의할 때 빠르게 확인할 수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의심 메일의 첨부·링크를 연 뒤 알림이 떴을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프로그램을 안전한 경로로 설치할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알림 없이 SW가 실행되지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감염으로 바뀐 파일을 복구할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긴급도와 처리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에이전트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PC에 설치된 백신·EDR 프로그램. 위협을 찾아 격리하고 정보보안팀에 알린다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EDR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PC에서 일어나는 동작을 기록·분석해 위협을 찾고 대응하는 보안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위험한 파일을 실행되지 않는 곳으로 옮겨 두는 것. 파일이 바로 지워지는 것은 아니다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파일을 위험하다고 잘못 판단하는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애드웨어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광고를 띄우거나 브라우저 설정을 바꾸는 원치 않는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랜섬웨어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파일을 잠그고 돈을 요구하는 악성코드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IT-SEC-002 보안 프로그램(백신·EDR) 알림 대응 가이드</dc:title>
  <dc:subject>사내 일반 · 전 임직원</dc:subject>
  <dc:creator>정보보안팀</dc:creator>
  <cp:keywords>백신, EDR, 보안 프로그램, 보안 에이전트, 위협 탐지, 위협이 탐지되어 격리되었습니다, 격리, 자동 격리, 오탐, 업무 파일 삭제, 매크로 파일, 예외 검토, 예외 등록, 설치 오류, 보호 중, 트레이 아이콘, 악성코드, 감염, 모르는 프로세스, 랜섬웨어, 확장자 변경, 애드웨어</cp:keywords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