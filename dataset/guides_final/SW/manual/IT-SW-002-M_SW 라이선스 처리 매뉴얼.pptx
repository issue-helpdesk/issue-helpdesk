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SW·라이선스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 라이선스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IT-SW-002-M  |  엔드포인트지원팀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IT-SW-002-M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SW·라이선스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FAQ-023, FAQ-035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IT-SW-002로 들어오는 라이선스 문의(신청 승인·할당, 만료·재할당, 잔여 부족, 기기 정리·회수)를 같은 기준으로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로그인 계정·기간 확인 등 사용자 조치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엔드포인트지원팀(L2): 할당·재할당·회수, 기기 등록 정리, 추가 구매 협의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SW-02: SW 설치·라이선스 담당 (도진우, 현현정). 재배정은 엔드포인트지원팀장이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 관리 화면, 요청 현황, 구매 품의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임직원용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 신청 승인·할당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'라이선스가 만료되었습니다' 재할당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잔여 라이선스 부족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 (구매는 팀장 협의)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 수 초과·이전 PC 정리, 반납·회수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267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3512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3512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5904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590417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 팀에 배정하고 상태를 RDY → IP → FIN → CLS 로 관리한다. FIN은 담당자 처리 완료, CLS는 문의자가 해결을 확인한 최종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종료다.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08774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4122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4122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SW-02는 기본 P3다. 신청 자체(업무 지장 없음)는 P4로 처리한다.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6513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6513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"급합니다", 당일 마감처럼 업무가 막히면 P2로 올린다 (INQ-2026-00086).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89051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89051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프로그램 만료가 여러 사람에게 동시에 나오면 계약 갱신 문제로 보고 4장 대형 장애 절차를 따른다.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라이선스 신청 승인·할당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7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73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273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57893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913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98533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4182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90382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요청서 번호와 프로그램·판은?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승인이 끝났나요?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기간(종료일)은?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 전이면 할당하지 않는다.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잔여 좌석이 있으면 바로 할당한다. 없으면 3.3.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무료판으로 가능한 업무면 대체를 먼저 안내한다.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현황에서 팀장 승인을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 관리 화면에서 잔여 좌석을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회사 계정에 할당하고 사용 기간·회수 예정일을 등록한다.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397802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397802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"할당 완료" 알림을 보내고 IT-SW-002 3.2 인증 방법을 안내한다.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21716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21716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FIN 처리한다.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450710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목표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200" y="4831588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잔여 좌석이 있으면 접수 후 5영업일 안에 할당한다.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512787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4200" y="5452364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584200" y="5452364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87400" y="5553964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라이선스를 회사 계정에 할당했습니다. 소프트웨어 센터에서 설치한 뒤 회사 계정으로 로그인해 주세요 (IT-SW-002 3.2).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라이선스 신청 승인·할당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번호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프로그램·판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'라이선스가 만료되었습니다' 재할당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5513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3133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60182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36382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이름과 판, 표시 메시지는?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계정으로 로그인했나요?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신청한 사용 기간이 남아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개인 계정 로그인·기간 종료처럼 사용자 조치로 끝나면 IT-SW-002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3.3·3.4·3.7을 안내한다.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기간이 남았는데 만료로 나오면 갱신 누락으로 보고 재할당한다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(INQ-2026-00087, 00227, 00308).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잔여 좌석이 없어 재할당할 수 없으면 3.3.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573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573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 관리 화면에서 사용자 할당 상태와 계약 갱신 내역을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64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64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갱신 누락이면 다시 할당한다.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56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56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다시 로그인하도록 안내하고 정상 실행을 확인한다.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3747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3747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FIN 처리한다.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466471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4200" y="498919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84200" y="498919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87400" y="509079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라이선스를 다시 할당했습니다. 프로그램에서 로그아웃한 뒤 회사 계정으로 다시 로그인해 주세요.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'라이선스가 만료되었습니다' 재할당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연간 계약 갱신 때 할당 목록 일괄 점검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프로그램·판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표시 메시지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할당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잔여 라이선스 부족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7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73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273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57893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913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98533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4182" y="1168400"/>
            <a:ext cx="1520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90382" y="1219200"/>
            <a:ext cx="1367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(구매는 팀장 협의)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언제까지 필요한가요?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업무가 막혔나요? 대체할 방법이 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비용 구매가 가능한가요?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급하지 않으면 반납 대기 순서에 넣는다.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업무가 막혀 급하면 P2로 올리고 임시 사용 방법을 함께 안내한다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(INQ-2026-00086).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구매는 팀장 협의와 결재 후 진행한다.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589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589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장기 미사용(90일 이상) 라이선스가 있는지 확인하고 회수 안내를 보낸다.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6981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6981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반납 대기 또는 팀 비용 구매 중 사용자와 정한다.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372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372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구매가 필요하면 구매 품의를 올리고 상태를 IP로 둔다.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1763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1763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임시로 공용 PC 등 쓸 수 있는 방법을 안내한다.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41553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41553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할당이 끝나면 알리고 FIN 처리한다.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470547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4200" y="502996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84200" y="502996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87400" y="513156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남은 라이선스가 없어 추가 구매를 진행하고 있습니다. 그동안은 안내드린 방법으로 업무를 진행해 주세요. 할당되면 바로 알려 드리겠습니다.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잔여 라이선스 부족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번호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 시점과 업무 영향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구매 진행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기기 수 초과·이전 PC 정리, 반납·회수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437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7057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9942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7562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PC를 반납했나요?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 이동·퇴사·PC 교체 중 어떤 상황인가요?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[다른 기기에서 로그아웃]으로 해결되면 끝낸다.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반납한 PC에 등록이 남았으면 기기 등록을 정리한다.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710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퇴사자 라이선스는 퇴사일 18시 계정 비활성화와 함께 회수해 다른 직원에게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재할당한다 (FAQ-035).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4589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589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 관리 화면에서 등록 기기 목록을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981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981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반납한 기기의 등록을 지운다.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9372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9372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퇴사·반납 건은 회수하고 대기자에게 재할당한다.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763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763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FIN 처리한다.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46633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79082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79082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89242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PC의 기기 등록을 정리했습니다. 새 PC에서 다시 로그인해 주세요.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기기 수 초과·이전 PC 정리, 반납·회수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PC 자산 번호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상황(이동·퇴사·교체)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프로그램의 실행 오류·라이선스 만료 문의가 짧은 시간에 여러 부서에서 들어오면 개별 처리를 멈추고 대형 장애 후보로 보고 팀장에게 알린다 (MAN-00 공통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규칙 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 1건을 정하고 이후 같은 문의는 대표 티켓에 연결한다. 전사 공지와 ITssue 챗봇 첫 화면 안내를 요청한다.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 서버·계약 갱신 문제면 엔드포인트지원팀장이 구매 담당과 협의해 임시 사용 방법(공용 PC 등)을 정해 안내한다 (INQ-2026-00086).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종료하고(해결 방법: "MI-YYYY-NN 대형 장애 복구로 일괄 해결") 장애 보고서에 원인·조치·재발 방지를 남긴다.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종료(FIN)할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안내만으로 끝낸 건은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오피스·비밀번호 관리자 안내 (박서연, 서승현)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원격 설치, 라이선스 할당·회수, 개발도구 인증서, 메일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엔드포인트지원팀장 (허시우)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라이선스 구매 협의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미승인 SW 보안 검토, 보안 프로그램 오탐 (IT-SEC-002-M)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서버 장애 (IT-SYS-004-M)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작성 (MAN-04, 문의이력 SW-02 4건 기준). 7개 분류 통합 정리본에 맞춰 담당자용 매뉴얼을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IT-SW-002-M SW 라이선스 처리 매뉴얼</dc:title>
  <dc:subject>사내 제한 · IT 운영 담당자·관리자</dc:subject>
  <dc:creator>엔드포인트지원팀</dc:creator>
  <cp:keywords/>
  <dc:description>generated using python-pptx</dc:description>
  <cp:lastModifiedBy>엔드포인트지원팀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