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그룹웨어·ERP 이용 오류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IT-SYS-001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SYS-01, 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전자결재, 결재 상신 오류, 전자결재 상신 오류, 결재 문서가 안 올라가요, 처리 중 오류가 발생했습니다, 첨부파일명 특수문자, 결재선 지정 오류, 결재선에 이전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부서, 조직도 동기화, 오전 6시, ERP 전표 저장 오류, 회계기간이 마감되었습니다, ERP 조회가 안 돼요, ERP 화면 오류, 거래처 조회 화면 하얗게, 브라우저 캐시,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 대금 지급 처리 오류, 업데이트 이후, 오늘 마감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40p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42p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44p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46p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전자결재 상신·결재선 오류와 ERP 화면·메뉴·전표 저장 오류가 나만 생길 때 직접 조치하는 방법과 문의하는 방법을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113661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전자결재와 ERP를 쓰는 전 임직원의 개인 단위 오류에 해당한다. ERP가 느리기만 하면 IT-SYS-002, 여러 부서에서 ERP가 열리지 않으면 IT-SYS-003을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4099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734437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화면이 깨지거나 하얗게 나오면 브라우저 캐시를 먼저 지운다.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ERP가 느리기만 하고 쓸 수는 있으면 IT-SYS-002를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ERP가 아예 열리지 않고 다른 부서도 같으면 IT-SYS-003을 따른다.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로그인 자체가 안 되면 IT-ACC-001을 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599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51272"/>
                <a:gridCol w="5389575"/>
                <a:gridCol w="1224036"/>
                <a:gridCol w="1983863"/>
                <a:gridCol w="157485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전자결재 상신 시 '처리 중 오류가 발생했습니다'가 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결재선에 부서를 옮긴 사람이 이전 부서로 표시됨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 전표 저장 시 '회계기간이 마감되었습니다'가 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 거래처 조회 화면이 하얗게만 나옴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이후 ERP 대금 지급 처리가 안 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30226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보는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3347085"/>
            <a:ext cx="4353560" cy="272097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T-SYS-001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347085"/>
            <a:ext cx="4353560" cy="272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4200" y="611886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3-1. 그룹웨어 첫 화면. 이 문서에서 자주 쓰는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33470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안내. 이 문서에서 자주 쓰는 위치입니다.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35872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공지사항: 시스템 장애가 생기면 '장애' 표시가 붙은 공지가 맨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위에 올라옵니다.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4016756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IT 헬프데스크: 전화 내선 1000, 메신저 #it-helpdesk 채널. 막히면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여기로 문의합니다.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444627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업무 시스템 바로가기: ERP, 인사시스템, PMS, BI 분석, 메신저로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들어갑니다.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1560" y="487578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IT 요청: 그룹 메일, 권한, 파일 복구 같은 신청서를 내는 곳입니다.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1560" y="5141341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이 문서의 화면에서 빨간 네모는 누르거나 볼 곳이고, 번호는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오른쪽 설명 번호와 같습니다.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전자결재 상신 시 '처리 중 오류가 발생했습니다'가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734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9354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295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9915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전자결재 상신 버튼을 누르면 '처리 중 오류가 발생했습니다'가 뜬다.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첨부파일을 붙인 문서에서 자주 생긴다.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"처리 중 오류가 발생했습니다"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 이름에 특수문자(#, %, &amp; 등)가 있어 업로드에 실패함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 이름에서 #, %, &amp; 같은 특수문자를 지우거나 바꿉니다.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파일을 다시 첨부합니다.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상신합니다.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상신 후 결재 진행 목록에 문서가 보이면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이름을 바꿔도 같은 오류가 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문의한다. 오늘 마감 건이면 함께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알린다.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444492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제목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 이름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61867" y="580097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88867" y="580097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여부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전자결재 상신 시 '처리 중 오류가 발생했습니다'가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1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전자결재 작성 화면. 첨부파일 이름에 특수문자가 있을 때 상신하면 오류가 뜬다.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첨부파일 이름에 #, %, &amp; 같은 특수문자가 들어 있습니다. 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예에서는 #과 &amp;입니다.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62556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[상신]을 누르면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402713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화면 위에 '처리 중 오류가 발생했습니다'가 뜨고 문서가 올라가지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857627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같은 파일을 그대로 다시 상신해도 같은 오류가 납니다. 파일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이름부터 고칩니다.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전자결재 상신 시 '처리 중 오류가 발생했습니다'가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파일 탐색기에서 첨부할 파일의 이름 바꾸기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첨부파일 이름에서 #, %, &amp; 같은 특수문자를 지우거나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바꿉니다.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파일 탐색기에서 첨부할 파일을 찾아 마우스 오른쪽 버튼으로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27428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메뉴에서 [이름 바꾸기]를 누릅니다. 파일을 한 번 누르고 F2 키를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눌러도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4823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파일 위치를 모르면 결재 문서에 첨부하려던 폴더(보통 '문서' 또는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'다운로드')를 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전자결재 상신 시 '처리 중 오류가 발생했습니다'가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3.1-3. 특수문자를 밑줄(_)로 바꾼 새 파일 이름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첨부파일 이름에서 #, %, &amp; 같은 특수문자를 지우거나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바꿉니다.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#, %, &amp;, ( ) 같은 기호를 지우거나 밑줄(_)로 바꿔 입력하고 Enter를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528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※ 예: 견적서_#3차(최종)&amp;수정.xlsx → 견적서_3차_최종_수정.xlsx 주의: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파일 끝의 .xlsx, .pdf 같은 확장자는 지우지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전자결재 상신 시 '처리 중 오류가 발생했습니다'가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3.1-4. 전자결재 작성 화면의 첨부파일 목록. 예전 파일을 지우고 새로 첨부한다.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파일을 다시 첨부합니다.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첨부파일 목록에서 예전 이름의 파일 오른쪽 X를 눌러 지웁니다.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[파일 첨부]를 누르고, 이름을 바꾼 파일을 골라 [열기]를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142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파일을 첨부파일 칸으로 끌어다 놓아도 첨부됩니다.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전자결재 상신 시 '처리 중 오류가 발생했습니다'가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3.1-5. 새 이름으로 첨부된 파일과 [상신] 버튼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다시 상신합니다.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첨부파일 목록에 새 이름이 보이는지 확인합니다.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오른쪽 위 [상신]을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전자결재 상신 시 '처리 중 오류가 발생했습니다'가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3.1-6. 결재 진행 목록에 올라간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 확인. 상신 후 결재 진행 목록에 문서가 보이면 해결된 것이다.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방금 상신한 문서가 목록 맨 위에 '진행 중'으로 보입니다.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왼쪽 메뉴 [결재 진행]에서 언제든 다시 확인할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142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여기에 보이면 해결된 것입니다.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결재선에 부서를 옮긴 사람이 이전 부서로 표시됨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7670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290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8230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5850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결재선에 부서를 옮긴 팀장님이 계속 이전 부서로 나온다.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그래서 결재선 지정이나 상신이 되지 않는다.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발령이 조직도에 아직 반영되지 않음. 조직도는 매일 오전 6시에 동기화된다.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 다음 날 오전 6시 이후에 결재선을 다시 지정합니다.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오늘 처리해야 하면 헬프데스크에 문의합니다. 담당자가 조직도를 수동으로 동기화합니다.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동기화 안내를 받으면 결재선을 다시 지정하고 상신합니다.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결재선에 바뀐 부서가 표시되고 상신되면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3533" y="48550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동기화 후에도 이전 부서로 나오면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알린다.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결재선 대상자 이름과 부서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여부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결재선에 부서를 옮긴 사람이 이전 부서로 표시됨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1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결재선 지정 창. 부서를 옮긴 팀장님이 이전 부서 아래에 보인다.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조직도에서 팀장님이 아직 이전 부서(영업1팀) 아래에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결재선에도 이전 부서로 들어가서 결재선 지정이나 상신이 되지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428113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조직도는 매일 오전 6시에 인사 발령을 반영합니다. 발령 당일에는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이렇게 보일 수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결재선에 부서를 옮긴 사람이 이전 부서로 표시됨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다음 날 오전 6시 이후 결재선 지정 창. 새 부서로 표시된다.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발령 다음 날 오전 6시 이후에 결재선을 다시 지정합니다.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발령 다음 날 오전 6시 이후에 [결재선 지정]을 다시 열고 검색창에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이름을 입력합니다.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새 부서(영업기획팀) 아래에 이름이 보이는지 확인하고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0782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[추가 ▶]를 눌러 결재선에 넣습니다.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3183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[확인]을 누른 뒤 문서를 상신합니다.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결재선에 부서를 옮긴 사람이 이전 부서로 표시됨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3.2-3. 메신저 #it-helpdesk 채널에 결재선 오류 문의 남기기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오늘 처리해야 하면 헬프데스크에 문의합니다. 담당자가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조직도를 수동으로 동기화합니다.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오늘 꼭 처리해야 하면 마감 시각을 적습니다. 담당자가 조직도를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바로 동기화합니다.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결재선에 부서를 옮긴 사람이 이전 부서로 표시됨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3.2-4. 담당자의 동기화 완료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동기화 안내를 받으면 결재선을 다시 지정하고 상신합니다.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담당자가 동기화를 마쳤다고 답하면,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74114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※ 단계 1처럼 결재선을 다시 지정하고 상신합니다. 확인: 결재선에 새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부서가 보이고 상신되면 해결된 것입니다.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ERP 전표 저장 시 '회계기간이 마감되었습니다'가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11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73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618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1238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ERP에서 전표를 저장하면 '회계기간이 마감되었습니다'라고 나온다.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"회계기간이 마감되었습니다"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월의 회계기간이 마감 처리되어 전표를 저장할 수 없음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4371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전표 날짜가 맞는지 확인합니다. 날짜를 잘못 넣었으면 고쳐서 저장합니다.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마감된 기간에 꼭 저장해야 하면 헬프데스크에 문의합니다. 재무팀 확인을 거쳐 업무시스템팀이 해당 기간을 임시로 엽니다.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기간이 열렸다는 안내를 받으면 전표를 저장합니다.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전표가 저장되면 해결된 것이다.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615942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재무팀이 기간 오픈을 승인하지 않으면 다음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회계기간으로 처리한다.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전표 날짜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회계기간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여부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ERP 전표 저장 시 '회계기간이 마감되었습니다'가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1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ERP 전표 입력 화면. 마감된 달의 날짜로 저장하면 안내 창이 뜬다.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[저장]을 누르면 '회계기간이 마감되었습니다' 창이 뜹니다.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전표일자가 이미 마감된 달(이 예에서는 2월)로 되어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ERP 전표 저장 시 '회계기간이 마감되었습니다'가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전표일자를 고친 뒤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전표 날짜가 맞는지 확인합니다. 날짜를 잘못 넣었으면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고쳐서 저장합니다.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안내 창의 [확인]을 누르고, 전표일자가 맞는지 봅니다. 잘못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넣었으면 실제 거래일로 고칩니다 (예: 2026-03-10).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27428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[저장]을 누릅니다.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92985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날짜는 맞는데 마감된 달로 꼭 넣어야 하면 고치지 말고 다음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단계로 갑니다.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ERP 전표 저장 시 '회계기간이 마감되었습니다'가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3.3-3. 메신저 #it-helpdesk 채널에 회계기간 오픈 문의 남기기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마감된 기간에 꼭 저장해야 하면 헬프데스크에 문의합니다.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재무팀 확인을 거쳐 업무시스템팀이 해당 기간을 임시로 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[전송]을 누릅니다. 담당자가 이 채널이나 개인 대화로 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533142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재무팀이 확인한 뒤 업무시스템팀이 그 기간을 잠시 엽니다.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재무팀이 승인하지 않으면 다음 달로 처리합니다.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ERP 전표 저장 시 '회계기간이 마감되었습니다'가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3.3-4. 기간이 열린 뒤 저장된 전표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기간이 열렸다는 안내를 받으면 전표를 저장합니다.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기간이 열렸다는 안내를 받으면 같은 전표를 다시 [저장]합니다.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전표번호가 자동으로 생깁니다.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'저장되었습니다'가 뜨면 끝입니다.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103628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전표가 저장되면 해결된 것입니다. 저장한 뒤 담당자에게 알려 주면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기간을 다시 닫습니다.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ERP 거래처 조회 화면이 하얗게만 나옴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789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09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9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1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거래처 조회 화면이 하얗게만 나온다.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메뉴는 열린다.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 충돌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브라우저에서 인터넷 사용 기록 삭제(Ctrl+Shift+Delete)를 열어 캐시를 지웁니다.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브라우저를 모두 닫았다가 다시 엽니다.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415455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15455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ERP에 다시 로그인해 화면을 엽니다.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200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84200" y="4444492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1200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조회 화면이 정상으로 보이면 해결된 것이다.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9533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309533" y="4444492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36533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533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63533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캐시를 지워도 같으면 헬프데스크에 문의한다.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6533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3533" y="5091557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여러 명이 같은 화면에서 같은 증상이면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함께 알린다.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4867" y="4444492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34867" y="4444492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61867" y="4571492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8550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85508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09155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09155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메뉴 이름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1867" y="532803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8867" y="532803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종류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1867" y="556450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8867" y="556450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캡처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ERP 거래처 조회 화면이 하얗게만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1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ERP 거래처 조회 화면이 하얗게만 나오는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왼쪽 메뉴에서 [거래처 조회]를 눌렀는데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오른쪽 화면이 하얗게만 나옵니다. 다른 메뉴는 정상으로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428113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브라우저에 쌓인 임시 파일(캐시)이 꼬였을 때 자주 생깁니다.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ERP 거래처 조회 화면이 하얗게만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브라우저 인터넷 사용 기록 삭제 창. '캐시된 이미지 및 파일'을 선택하고 [데이터 삭제]를 누른다.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브라우저에서 인터넷 사용 기록 삭제(Ctrl+Shift+Delete)를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열어 캐시를 지웁니다.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5680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브라우저 화면에서 키보드의 Ctrl + Shift + Delete를 함께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누릅니다. 오른쪽 위 ⋮ 메뉴 &gt; 인터넷 사용 기록 삭제로 열어도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2167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기간을 '전체 기간'으로 고릅니다.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4569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'캐시된 이미지 및 파일'만 체크합니다.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6970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[데이터 삭제]를 누릅니다.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962656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'쿠키'는 체크하지 않아도 됩니다. 체크하면 여러 사이트에서 다시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로그인해야 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ERP 거래처 조회 화면이 하얗게만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3.4-3. 브라우저 창 닫기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브라우저를 모두 닫았다가 다시 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브라우저 오른쪽 위 X를 눌러 창을 닫습니다. 브라우저 창이 여러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 열려 있으면 모두 닫습니다.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634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※ 작업 표시줄에서 브라우저를 다시 엽니다.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ERP 거래처 조회 화면이 하얗게만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3.4-4. ERP 로그인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3. ERP에 다시 로그인해 화면을 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사번을 입력합니다.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통합 계정 비밀번호를 입력합니다.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8888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[로그인]을 누른 뒤 [거래처 조회]를 다시 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ERP 거래처 조회 화면이 하얗게만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3.4-5. 정상으로 열린 거래처 조회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 확인. 조회 화면이 정상으로 보이면 해결된 것이다.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거래처 목록이 보이면 해결된 것입니다.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74114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주의: 캐시를 지워도 하얗게 나오거나, 같은 팀 여러 명이 같은 화면에서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같으면 헬프데스크에 알립니다.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업데이트 이후 ERP 대금 지급 처리가 안 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9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339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25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345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30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850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ERP에서 거래처 대금 지급 처리가 안 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이후부터 그렇고, 다시 로그인해도 같다.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업데이트 후 지급 기능의 권한 설정이 빠짐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6762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로그인해 같은 증상인지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91541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화면을 캡처해 헬프데스크에 문의합니다. 담당자가 권한 설정을 확인해 다시 연결합니다.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205351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대금 지급 처리가 끝까지 되면 해결된 것이다.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205351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여러 명이 같은 증상이면 함께 알린다.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205351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205351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332351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61594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615942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85241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85241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메뉴 이름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508889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508889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캡처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61867" y="532536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8867" y="532536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 여부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업데이트 이후 ERP 대금 지급 처리가 안 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화면 따라하기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T-SYS-001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92885"/>
            <a:ext cx="6614160" cy="413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5677535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업데이트 이후 ERP 대금 지급 화면. [지급 처리]가 눌리지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92885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화면. 이런 화면이 보이면 이 증상입니다.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733042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지급할 건을 골라도 [지급 처리] 버튼이 회색으로 눌리지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73199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화면 위에 업데이트 안내가 있으면 업데이트 이후부터 생긴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문제일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업데이트 이후 ERP 대금 지급 처리가 안 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3.5-2. ERP 오른쪽 위 사용자 메뉴의 로그아웃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1. 다시 로그인해 같은 증상인지 확인합니다.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오른쪽 위 내 이름을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[로그아웃]을 누르고 다시 로그인한 뒤 같은 증상인지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업데이트 이후 ERP 대금 지급 처리가 안 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3.5-3. 화면 캡처 (Windows + Shift + 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화면을 캡처해 헬프데스크에 문의합니다. 담당자가 권한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설정을 확인해 다시 연결합니다.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키보드에서 Windows 키 + Shift + S를 함께 누릅니다. 화면이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어두워집니다.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2027428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마우스로 오류가 보이는 부분을 끌어서 고릅니다. 고른 부분이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자동으로 복사됩니다.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482342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메신저 입력창에서 Ctrl + V를 누르면 캡처가 그대로 붙습니다.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업데이트 이후 ERP 대금 지급 처리가 안 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41338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-SYS-001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413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353050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3.5-4. 캡처를 붙여 메신저 #it-helpdesk 채널에 문의 남기기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단계 2. 화면을 캡처해 헬프데스크에 문의합니다. 담당자가 권한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설정을 확인해 다시 연결합니다.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5979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메신저 왼쪽 채널 목록에서 #it-helpdesk를 누릅니다.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입력창에 아래 항목을 한 줄씩 적습니다. 그대로 복사해 내용만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바꿔 써도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2267585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클립 아이콘을 눌러 캡처나 파일을 붙입니다. 캡처는 Ctrl+V로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바로 붙여 넣어도 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1560" y="2697099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④ [전송]을 누릅니다. 담당자가 이 채널이나 개인 대화로 답합니다.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1560" y="2962656"/>
            <a:ext cx="4206240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확인: 같은 팀 여러 명이 같으면 함께 적습니다. 담당자가 지급 권한</a:t>
            </a:r>
          </a:p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설정을 다시 연결합니다.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749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전자결재 상신이 안 돼요. (FAQ-027)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첨부파일명에 특수문자(#, %, &amp; 등)가 있으면 업로드에 실패합니다. 파일명을 바꿔 다시 상신하세요. 결재선 오류는 조직도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동기화(매일 오전 6시) 이후 반영됩니다.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결재 문서에 필요 없는 개인정보를 첨부하지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계정과 비밀번호를 다른 사람과 공유하지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마감일에는 결재·전표를 미리 처리해 오류에 대응할 시간을 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성능 저하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30905"/>
                <a:gridCol w="859269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작성한 결재 문서를 결재선에 올리는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조직도 동기화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 발령 정보를 조직도에 반영하는 작업. 매일 오전 6시에 실행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회계기간 마감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월의 전표 입력을 막는 재무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IT-SYS-001 그룹웨어·ERP 이용 오류 대응 가이드</dc:title>
  <dc:subject>사내 일반 · 전 임직원</dc:subject>
  <dc:creator>업무시스템팀</dc:creator>
  <cp:keywords>전자결재, 결재 상신 오류, 전자결재 상신 오류, 결재 문서가 안 올라가요, 처리 중 오류가 발생했습니다, 첨부파일명 특수문자, 결재선 지정 오류, 결재선에 이전 부서, 조직도 동기화, 오전 6시, ERP 전표 저장 오류, 회계기간이 마감되었습니다, ERP 조회가 안 돼요, ERP 화면 오류, 거래처 조회 화면 하얗게, 브라우저 캐시, ERP 대금 지급 처리 오류, 업데이트 이후, 오늘 마감</cp:keywords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