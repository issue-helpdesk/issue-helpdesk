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임직원 IT 안내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시스템 장애 신고·이관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IT-SYS-003  |  업무시스템팀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SYS-03, SYS-05, SYS-09, SYS-16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622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6223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ERP 접속 불가, 월말 ERP 먹통, ERP 엄청 느려요 (다른 분들도), 타임아웃, BI 플랫폼 전체 접속 불가, PMS 접속 불가 (팀 전체), 마케팅 툴 접속 불가, 캠페인 작업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멈춤, 메일 송수신 불가 (전사), 메일이 전부 안 돼요, 파일서버 먹통, 공유 드라이브 전체 접속 불가, 네트워크 경로를 찾을 수 없습니다, 다른 팀도 같대요, 전사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장애, 장애 신고, 장애 공지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38p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40p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42p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ERP·업무 협업 플랫폼·메일·파일서버를 여러 사람이 동시에 쓸 수 없을 때 장애인지 판단하는 방법, 신고 방법, 복구 후 할 일을 안내한다.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113661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 전사 장애, 팀 단위 업무 협업 플랫폼 장애, 메일 서버·파일서버 전사 장애에 해당한다. 혼자만 안 되거나 느리기만 하면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IT-SYS-001·IT-SYS-002·IT-SYS-004·IT-SYS-006을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6173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4200" y="2941828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ERP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협업 플랫폼(PMS·BI·마케팅 툴)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파일서버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Windows, macOS (개발 직군 선택)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옆자리·다른 팀도 같은 증상인지 먼저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공지사항과 #it-helpdesk 채널에 장애 공지가 있는지 확인한다. 공지가 있으면 따로 신고하지 않아도 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혼자만 안 되면 개인 문서를 본다: ERP 오류 IT-SYS-001, 메일 IT-SYS-004, 공유 드라이브 IT-SYS-006, 느리기만 하면 IT-SYS-002.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중에는 프로그램 재설치나 설정 변경 같은 개인 조치를 하지 않는다.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12496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12496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통합 로그인 자체가 안 되면 IT-ACC-001 3.3을 따른다.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42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1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23858"/>
                <a:gridCol w="5643424"/>
                <a:gridCol w="1184617"/>
                <a:gridCol w="1641601"/>
                <a:gridCol w="1730101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ERP가 로딩만 되고 열리지 않아 여러 부서 업무가 멈춤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전체가 업무 협업 플랫폼(PMS·BI·마케팅 툴)에 접속할 수 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부서에서 메일을 보내지도 받지도 못함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드라이브가 전부 열리지 않고 다른 팀도 같음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2730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보는 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200" y="3054985"/>
            <a:ext cx="4820920" cy="301307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IT-SYS-003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3054985"/>
            <a:ext cx="4820920" cy="3013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4200" y="611886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3-1. 그룹웨어 첫 화면. 이 문서에서 자주 쓰는 위치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30549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안내. 이 문서에서 자주 쓰는 위치입니다.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32951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공지사항: 시스템 장애가 생기면 '장애' 표시가 붙은 공지가 맨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위에 올라옵니다.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3724656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IT 헬프데스크: 전화 내선 1000, 메신저 #it-helpdesk 채널. 막히면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여기로 문의합니다.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415417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업무 시스템 바로가기: ERP, 인사시스템, PMS, BI 분석, 메신저로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들어갑니다.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1560" y="458368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IT 요청: 그룹 메일, 권한, 파일 복구 같은 신청서를 내는 곳입니다.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1560" y="4849241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이 문서의 화면에서 빨간 네모는 누르거나 볼 곳이고, 번호는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오른쪽 설명 번호와 같습니다.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ERP가 로딩만 되고 열리지 않아 여러 부서 업무가 멈춤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2287" cy="292100"/>
          </a:xfrm>
          <a:prstGeom prst="rect">
            <a:avLst/>
          </a:prstGeom>
          <a:solidFill>
            <a:srgbClr val="FBE3DC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98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즉시 신고·이관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94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56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453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4073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ERP에서 저장을 누르면 타임아웃이 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부서 사람들도 ERP가 너무 느리거나 안 된다고 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 서버 쪽 장애 (예: 월말 대량 작업과 조회가 겹쳐 데이터 처리가 멈춤). 개인 PC 문제가 아니다.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부서도 같은 증상인지 확인합니다.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공지사항과 #it-helpdesk 채널을 확인합니다.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공지가 없으면 IT 헬프데스크(내선 1000)에 전화해 부서와 증상을 알립니다.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439369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439369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저장하지 못한 작업은 따로 적어 두고, 복구 공지 후 다시 입력합니다.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42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ERP가 로딩만 되고 열리지 않아 여러 부서 업무가 멈춤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공지 후 ERP가 열리고 저장되면 해결된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후에도 나만 안 되면 IT-SYS-001을 본다.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사번·부서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 시각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 되는 메뉴·작업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증상인 부서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영향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29899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4200" y="3314446"/>
            <a:ext cx="4405782" cy="275361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IT-SYS-003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3314446"/>
            <a:ext cx="4405782" cy="275361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4200" y="611886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ERP가 로딩만 되다가 시간 초과가 나는 증상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1560" y="3314446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1560" y="3554603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ERP가 계속 로딩되다가 '요청 시간이 초과되었습니다'가 뜹니다.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저장도 되지 않습니다.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42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ERP가 로딩만 되고 열리지 않아 여러 부서 업무가 멈춤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3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3.1-2. 다른 부서도 같은지 확인하기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다른 부서도 같은 증상인지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팀 채널에 ERP가 되는지 물어봅니다.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다른 사람, 다른 부서도 같다고 하면 전사 장애일 수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42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ERP가 로딩만 되고 열리지 않아 여러 부서 업무가 멈춤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3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3.1-3. 그룹웨어 게시판 &gt; 공지사항의 장애 공지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그룹웨어 공지사항과 #it-helpdesk 채널을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그룹웨어 위쪽 [게시판]을 누르면 왼쪽에 [공지사항]이 열립니다.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빨간 '장애' 표시가 붙은 글이 있는지 봅니다. 눌러서 복구 예정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시각을 확인합니다.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03628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장애 공지가 있으면 따로 신고하지 않아도 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42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ERP가 로딩만 되고 열리지 않아 여러 부서 업무가 멈춤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3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3.1-4. 메신저 #it-helpdesk 채널의 고정 공지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그룹웨어 공지사항과 #it-helpdesk 채널을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맨 위 '고정된 공지'에 장애 안내가 있는지 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14271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공지가 있으면 따로 신고하지 않고 복구 안내를 기다립니다.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42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ERP가 로딩만 되고 열리지 않아 여러 부서 업무가 멈춤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3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3.1-5. 그룹웨어 첫 화면의 IT 헬프데스크 안내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공지가 없으면 IT 헬프데스크(내선 1000)에 전화해 부서와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증상을 알립니다.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그룹웨어 첫 화면 오른쪽 'IT 헬프데스크'에 전화번호가 있습니다.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사무실 전화로 내선 1000을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052828"/>
            <a:ext cx="4206240" cy="72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※ 이렇게 말하면 됩니다: "영업기획팀 김하늘입니다. ERP가 10시부터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로딩만 되고 저장이 안 됩니다. 우리 팀과 다른 팀도 모두 같습니다. 오늘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마감 작업이 있습니다." 확인: 평일 09:00~18:00에 받습니다. 그 밖의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시간에는 메신저 #it-helpdesk 채널에 남깁니다.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ERP가 로딩만 되고 열리지 않아 여러 부서 업무가 멈춤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3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3.1-6. 저장하지 못한 작업을 메모해 두기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4. 저장하지 못한 작업은 따로 적어 두고, 복구 공지 후 다시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입력합니다.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저장하지 못한 내용을 메모장 등에 적어 둡니다. 복구 공지가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나오면 그 내용으로 다시 입력합니다.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052828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장애 중에는 저장 버튼을 여러 번 누르지 않습니다. 복구 후 중복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전표가 생길 수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42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팀 전체가 업무 협업 플랫폼(PMS·BI·마케팅 툴)에 접속할 수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오후부터 BI 플랫폼이 아예 열리지 않아 팀 분석 업무가 모두 막혔다.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PMS가 자꾸 다운되고, 새로고침과 재로그인을 해도 팀원 전부 접속이 잘 안 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23902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3902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마케팅 툴에 갑자기 접속이 안 돼 진행 중인 캠페인 작업이 모두 멈췄다.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680208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97649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3300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00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협업 플랫폼 서버 쪽 장애. 개인 조치로는 해결되지 않는다.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59092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팀 다른 사람도 접속이 안 되는지 확인합니다.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공지사항과 #it-helpdesk 채널을 확인합니다.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439369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439369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공지가 없으면 IT 헬프데스크(내선 1000)에 팀·시스템 이름·시작 시각을 알립니다.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463283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63283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안내를 받으면 다시 로그인합니다.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42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팀 전체가 업무 협업 플랫폼(PMS·BI·마케팅 툴)에 접속할 수 없음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안내 후 플랫폼이 열리면 해결된 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느리지만 쓸 수는 있는 상태로 돌아오면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IT-SYS-002를 본다.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사번·부서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 이름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 시각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인원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멈춘 업무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29899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4200" y="3314446"/>
            <a:ext cx="4405782" cy="275361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IT-SYS-003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3314446"/>
            <a:ext cx="4405782" cy="275361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4200" y="611886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팀 전체가 PMS에 접속할 수 없는 증상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1560" y="3314446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1560" y="3554603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PMS를 열면 '서비스에 연결할 수 없습니다'가 뜹니다.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새로고침이나 다시 로그인해도 같습니다.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1560" y="4009517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BI 분석이나 마케팅 툴도 같은 방법으로 확인합니다.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42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팀 전체가 업무 협업 플랫폼(PMS·BI·마케팅 툴)에 접속할 수 없음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3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3.2-2. 같은 팀 다른 사람도 접속이 안 되는지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같은 팀 다른 사람도 접속이 안 되는지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팀 채널에 PMS가 열리는지 물어봅니다.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팀원 모두 안 된다면 팀 단위 장애입니다.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42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팀 전체가 업무 협업 플랫폼(PMS·BI·마케팅 툴)에 접속할 수 없음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3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3.2-3. 그룹웨어 게시판 &gt; 공지사항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그룹웨어 공지사항과 #it-helpdesk 채널을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[게시판] &gt; [공지사항]을 엽니다.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'장애' 표시가 붙은 PMS 관련 글이 없는지 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14271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공지가 없으면 아직 알려지지 않은 장애일 수 있습니다. 다음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단계로 바로 알립니다.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42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팀 전체가 업무 협업 플랫폼(PMS·BI·마케팅 툴)에 접속할 수 없음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3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3.2-4. 메신저 #it-helpdesk 채널에 팀 단위 장애 알리기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공지가 없으면 IT 헬프데스크(내선 1000)에 팀·시스템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이름·시작 시각을 알립니다.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[전송]을 누릅니다. 담당자가 이 채널이나 개인 대화로 답합니다.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33142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※ 급하면 IT 헬프데스크 내선 1000으로 전화해도 됩니다. 확인: 문의할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때 알려 줄 정보를 처음부터 적으면 다시 묻는 시간이 줄어듭니다.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42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팀 전체가 업무 협업 플랫폼(PMS·BI·마케팅 툴)에 접속할 수 없음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3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3.2-5. 복구 안내 후 다시 로그인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4. 복구 안내를 받으면 다시 로그인합니다.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복구 안내를 받으면 사번을 입력합니다.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비밀번호를 입력합니다.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8888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[로그인]을 누릅니다.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154428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플랫폼이 열리면 해결된 것입니다. 느리기만 하면 IT-SYS-002를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42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전 부서에서 메일을 보내지도 받지도 못함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2287" cy="292100"/>
          </a:xfrm>
          <a:prstGeom prst="rect">
            <a:avLst/>
          </a:prstGeom>
          <a:solidFill>
            <a:srgbClr val="FBE3DC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98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즉시 신고·이관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94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56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4533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40733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메일이 보내지지도 받아지지도 않고, 다른 사람들도 같은 증상이다.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전체에서 메일을 보내지도 받지도 못한다.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서버 쪽 장애. 메일 프로그램이나 개인 설정 문제가 아니다.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사람도 같은 증상인지 확인합니다.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프로그램을 다시 설치하거나 프로필을 지우지 않습니다.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 헬프데스크(내선 1000)에 전화합니다. 급한 연락은 메신저나 전화로 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439369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439369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공지 후 보내지 못한 메일을 다시 보냅니다.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4200" y="4683633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84200" y="4683633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11200" y="4810633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200" y="50942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5094224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공지 후 메일을 보내고 받을 수 있으면 해결된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것이다.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09533" y="4683633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4309533" y="4683633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436533" y="4810633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6533" y="50942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63533" y="5094224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후에도 나만 안 되면 IT-SYS-004 또는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IT-SW-003을 본다.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34867" y="4683633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034867" y="4683633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161867" y="4810633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50942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509422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사번·부서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533069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5330698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 시각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56717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56717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보내기·받기 중 안 되는 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80364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80364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증상인 부서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42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전 부서에서 메일을 보내지도 받지도 못함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3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메일을 보내지도 받지도 못하는 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메일을 보내거나 새로 고치면 '메일 서버에 연결할 수 없습니다'가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뜹니다. 09:40 이후로 새 메일이 없습니다.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42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전 부서에서 메일을 보내지도 받지도 못함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3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3.3-2. 다른 사람도 같은지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다른 사람도 같은 증상인지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팀 채널에 메일이 되는지 물어봅니다.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다른 사람, 다른 팀도 같다면 메일 서버 장애입니다.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14271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메일 프로그램을 다시 설치하거나 프로필을 지우지 않습니다. 개인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PC 문제가 아닙니다.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42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전 부서에서 메일을 보내지도 받지도 못함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3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3.3-3. 그룹웨어 첫 화면의 IT 헬프데스크 안내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IT 헬프데스크(내선 1000)에 전화합니다. 급한 연락은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메신저나 전화로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그룹웨어 첫 화면 오른쪽 'IT 헬프데스크'에 전화번호가 있습니다.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사무실 전화로 내선 1000을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052828"/>
            <a:ext cx="4206240" cy="72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※ 이렇게 말하면 됩니다: "영업기획팀 김하늘입니다. 9시 40분쯤부터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메일을 보내지도 받지도 못합니다. 우리 팀과 옆 팀이 모두 같습니다."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평일 09:00~18:00에 받습니다. 그 밖의 시간에는 메신저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#it-helpdesk 채널에 남깁니다.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42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전 부서에서 메일을 보내지도 받지도 못함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3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3.3-4. 급한 연락은 메신저나 전화로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IT 헬프데스크(내선 1000)에 전화합니다. 급한 연락은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메신저나 전화로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급한 내용은 메신저 개인 대화로 보냅니다.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파일은 클립 아이콘으로 붙일 수 있습니다. 사외 연락은 전화로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42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전 부서에서 메일을 보내지도 받지도 못함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3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3.3-5. 복구 후 보내지 못한 메일 다시 보내기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4. 복구 공지 후 보내지 못한 메일을 다시 보냅니다.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복구 공지가 나오면 [보낸편지함]에서 '전송 실패' 메일을 고릅니다.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[다시 보내기]를 누릅니다.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14271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메일을 보내고 받을 수 있으면 해결된 것입니다.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42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공유 드라이브가 전부 열리지 않고 다른 팀도 같음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2287" cy="292100"/>
          </a:xfrm>
          <a:prstGeom prst="rect">
            <a:avLst/>
          </a:prstGeom>
          <a:solidFill>
            <a:srgbClr val="FBE3DC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98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즉시 신고·이관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94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56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4533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40733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593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8213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1154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8774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드라이브가 전부 열리지 않고, 다른 팀도 같다고 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파일을 저장하려고 하면 '네트워크 경로를 찾을 수 없습니다'가 나온다.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"네트워크 경로를 찾을 수 없습니다"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파일서버 쪽 장애. 개인 PC나 권한 문제가 아니다.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팀도 같은 증상인지 확인합니다.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열려 있던 파일은 PC에 임시로 저장해 둡니다.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 헬프데스크(내선 1000)에 전화합니다.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" y="439369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439369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임시로 저장한 파일을 공유 드라이브로 옮기고 PC의 사본은 지웁니다.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4200" y="4683633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84200" y="4683633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1200" y="4810633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200" y="50942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5094224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공지 후 공유 드라이브가 열리고 저장되면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해결된 것이다.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09533" y="4683633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4309533" y="4683633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436533" y="4810633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6533" y="50942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3533" y="5094224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후에도 우리 팀 폴더만 안 열리면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IT-SYS-006을 본다.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34867" y="4683633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8034867" y="4683633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161867" y="4810633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0942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09422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사번·부서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33069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330698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 시각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61867" y="556717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8867" y="556717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61867" y="580364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88867" y="580364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증상인 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42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공유 드라이브가 전부 열리지 않고 다른 팀도 같음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3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공유 드라이브에 저장할 때 '네트워크 경로를 찾을 수 없습니다'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공유 드라이브가 열리지 않고, 저장하면 '네트워크 경로를 찾을 수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없습니다'가 뜹니다. 다른 팀도 같다고 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 / 42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공유 드라이브가 전부 열리지 않고 다른 팀도 같음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3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3.4-2. 열려 있던 파일을 PC에 임시로 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열려 있던 파일은 PC에 임시로 저장해 둡니다.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파일 &gt; 다른 이름으로 저장에서 왼쪽 [바탕 화면]을 고릅니다.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파일 이름 끝에 (임시)를 붙여 구분합니다.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8888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[저장]을 누릅니다.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42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공유 드라이브가 전부 열리지 않고 다른 팀도 같음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3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3.4-3. 그룹웨어 첫 화면의 IT 헬프데스크 안내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IT 헬프데스크(내선 1000)에 전화합니다.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그룹웨어 첫 화면 오른쪽 'IT 헬프데스크'에 전화번호가 있습니다.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사무실 전화로 내선 1000을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63471"/>
            <a:ext cx="4206240" cy="72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※ 이렇게 말하면 됩니다: "영업기획팀 김하늘입니다. 공유 드라이브가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전부 안 열리고 네트워크 경로를 찾을 수 없다고 나옵니다. 다른 팀도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같습니다." 확인: 평일 09:00~18:00에 받습니다. 그 밖의 시간에는 메신저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#it-helpdesk 채널에 남깁니다.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42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공유 드라이브가 전부 열리지 않고 다른 팀도 같음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3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3.4-4. 복구 후 임시 파일을 공유 드라이브로 옮기기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4. 복구 후 임시로 저장한 파일을 공유 드라이브로 옮기고 PC의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사본은 지웁니다.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복구 공지가 나오면 바탕 화면의 임시 파일을 마우스 오른쪽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버튼으로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027428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[잘라내기]를 누른 뒤 공유 드라이브 팀 폴더에서 붙여넣기합니다.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PC에 사본이 남지 않습니다.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482342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공유 드라이브에 저장되면 해결된 것입니다. 우리 팀 폴더만 안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열리면 IT-SYS-006을 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 / 42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34 / 42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749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드라이브가 열리지 않아요. (FAQ-033)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연결 상태(재택 시)를 확인한 뒤, 탐색기에서 드라이브 연결을 끊고 다시 연결하세요. 팀 전체가 안 되면 서비스데스크로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35 / 42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36 / 42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중에는 같은 작업을 반복해서 저장하거나 보내지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중이라도 업무 파일을 개인 메일이나 외부 저장소로 옮기지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공지를 확인한 뒤에는 같은 내용을 여러 번 신고하지 않는다.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37 / 42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38 / 42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39 / 42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40 / 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628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그룹웨어·ERP 이용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성능 저하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이용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드라이브·파일 복구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실행·오류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 장애 신고·이관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42233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454787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9058"/>
                <a:gridCol w="8274542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전사 장애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부서의 업무가 동시에 멈춘 장애 (긴급도 P1)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협업 플랫폼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PMS(프로젝트 관리), BI(분석), 마케팅 툴 등 팀 단위로 쓰는 업무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41 / 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42 / 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IT-SYS-003 사내 시스템 장애 신고·이관 가이드</dc:title>
  <dc:subject>사내 일반 · 전 임직원</dc:subject>
  <dc:creator>업무시스템팀</dc:creator>
  <cp:keywords>ERP 접속 불가, 월말 ERP 먹통, ERP 엄청 느려요 (다른 분들도), 타임아웃, BI 플랫폼 전체 접속 불가, PMS 접속 불가 (팀 전체), 마케팅 툴 접속 불가, 캠페인 작업 멈춤, 메일 송수신 불가 (전사), 메일이 전부 안 돼요, 파일서버 먹통, 공유 드라이브 전체 접속 불가, 네트워크 경로를 찾을 수 없습니다, 다른 팀도 같대요, 전사 장애, 장애 신고, 장애 공지</cp:keywords>
  <dc:description>generated using python-pptx</dc:description>
  <cp:lastModifiedBy>업무시스템팀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