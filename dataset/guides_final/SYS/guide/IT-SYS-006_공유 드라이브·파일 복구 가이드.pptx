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한화시스템 ICT 임직원 IT 안내 · 사내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공유 드라이브·파일 복구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IT-SYS-006  |  시스템인프라팀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1680815" cy="304800"/>
          </a:xfrm>
          <a:prstGeom prst="roundRect">
            <a:avLst>
              <a:gd name="adj" fmla="val 16666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168081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일반 · 전 임직원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IT-SYS-006 · 사내 일반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37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IT-SYS-006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 사내 시스템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 대응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 (전 임직원)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 임직원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 매뉴얼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IT-SYS-006-M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SYS-13, SYS-14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3022600"/>
          <a:ext cx="11023600" cy="457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9291320"/>
              </a:tblGrid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키워드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공유 드라이브 접속 안 됨, 공유 드라이브가 열리지 않아요, 액세스가 거부되었습니다, 팀원 전부, 경로를 찾을 수 없음, 드라이브 연결 끊김, 네트워크 드라이브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연결, 실수로 파일을 지웠어요, 삭제한 파일 복구 요청, 실수로 폴더를 지웠어요, 이전 버전, 스냅샷, 30일, 파일 복구, 파일서버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IT-SYS-006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37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먼저 확인할 사항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3908" y="18630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조치 방법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자주 묻는 질문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29p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주의사항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15492" y="3158490"/>
            <a:ext cx="80683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31p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문의처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33p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10706" y="40020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35p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200" y="42672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83011" y="44338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185400" y="4267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37p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IT-SYS-006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37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IT-SYS-006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37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부서 공유 드라이브에 접속할 수 없을 때 확인하고 조치하는 방법과, 지운 파일을 이전 버전으로 직접 복원하거나 복구를 요청하는 방법을 안내한다.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78917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적용 대상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2113661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부서 공유 드라이브(파일서버)를 쓰는 전 임직원에 해당한다. 여러 팀의 공유 드라이브가 동시에 안 열리면 IT-SYS-003, 새 폴더 권한 신청은 IT-ACS-001을 본다.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240995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적용 환경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84200" y="2734437"/>
          <a:ext cx="11023600" cy="584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도구·시스템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파일서버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OS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Windows, macOS (개발 직군 선택)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IT-SYS-006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37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IT-SYS-006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37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먼저 확인할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재택 중이면 VPN에 연결되어 있는지 먼저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팀 공유 드라이브도 안 열리면 IT-SYS-003 3.4를 따른다.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처음 쓰는 폴더라 열리지 않으면 권한 신청 대상이다. IT-ACS-001을 본다.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188582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88582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공유 드라이브는 매일 스냅샷을 만들어 30일간 보관한다.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IT-SYS-006 · 사내 일반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37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IT-SYS-006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8 / 37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1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806782"/>
                <a:gridCol w="5526454"/>
                <a:gridCol w="1160064"/>
                <a:gridCol w="1836059"/>
                <a:gridCol w="1694242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부서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 공유 드라이브에서 '액세스가 거부되었습니다'가 뜨고 팀원 전부 같음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공유 드라이브 연결이 끊겨 다시 연결하려니 '경로를 찾을 수 없음'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지운 파일을 '이전 버전'으로 직접 복원하기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삭제한 파일 복구 요청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2730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보는 법</a:t>
            </a:r>
          </a:p>
        </p:txBody>
      </p:sp>
      <p:sp>
        <p:nvSpPr>
          <p:cNvPr id="8" name="Rectangle 7"/>
          <p:cNvSpPr/>
          <p:nvPr/>
        </p:nvSpPr>
        <p:spPr>
          <a:xfrm>
            <a:off x="584200" y="3054985"/>
            <a:ext cx="4820920" cy="301307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IT-SYS-006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3054985"/>
            <a:ext cx="4820920" cy="30130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4200" y="611886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3-1. 그룹웨어 첫 화면. 이 문서에서 자주 쓰는 위치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30549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안내. 이 문서에서 자주 쓰는 위치입니다.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3295142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공지사항: 시스템 장애가 생기면 '장애' 표시가 붙은 공지가 맨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위에 올라옵니다.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3724656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IT 헬프데스크: 전화 내선 1000, 메신저 #it-helpdesk 채널. 막히면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여기로 문의합니다.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1560" y="415417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업무 시스템 바로가기: ERP, 인사시스템, PMS, BI 분석, 메신저로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들어갑니다.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1560" y="458368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④ IT 요청: 그룹 메일, 권한, 파일 복구 같은 신청서를 내는 곳입니다.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1560" y="4849241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이 문서의 화면에서 빨간 네모는 누르거나 볼 곳이고, 번호는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오른쪽 설명 번호와 같습니다.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IT-SYS-006 · 사내 일반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37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팀 공유 드라이브에서 '액세스가 거부되었습니다'가 뜨고 팀원 전부 같음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57253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33453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2301" y="1168400"/>
            <a:ext cx="1041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38501" y="1219200"/>
            <a:ext cx="889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701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379901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09308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085508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 공유 드라이브에 들어가면 '액세스가 거부되었습니다'가 나오고 팀원 전부 그렇다.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원래 쓰던 폴더다.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"액세스가 거부되었습니다"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27373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" y="30618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0618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폴더 권한 설정(상속)이 바뀌어 팀 권한이 빠짐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51784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00" y="36762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36762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팀원 여러 명이 같은 증상인지 확인합니다.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000" y="391541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391541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혼자만 안 되면 개인 권한 문제입니다. IT-ACS-001 3.4를 보고, 부서를 옮긴 뒤라면 IT-ACS-003 3.2를 봅니다.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000" y="415455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200" y="415455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 전체가 같으면 폴더 경로를 적어 헬프데스크에 바로 신고합니다.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4200" y="4444492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584200" y="4444492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11200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1200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485508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팀원들이 폴더를 다시 열 수 있으면 해결된 것이다.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09533" y="4444492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4309533" y="4444492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436533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36533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63533" y="4855083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팀 폴더도 열리지 않으면 IT-SYS-003 3.4를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따른다.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34867" y="4444492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8034867" y="4444492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8161867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61867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88867" y="485508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사번·부서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61867" y="509155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88867" y="509155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폴더 경로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61867" y="532803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88867" y="532803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61867" y="556450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88867" y="556450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영향 인원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IT-SYS-006 · 사내 일반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37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팀 공유 드라이브에서 '액세스가 거부되었습니다'가 뜨고 팀원 전부 같음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6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팀 공유 드라이브에서 '액세스가 거부되었습니다'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 화면. 이런 화면이 보이면 이 증상입니다.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733042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원래 쓰던 팀 폴더를 열면 '액세스가 거부되었습니다'가 뜹니다.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IT-SYS-006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37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팀 공유 드라이브에서 '액세스가 거부되었습니다'가 뜨고 팀원 전부 같음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6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3.1-2. 팀원도 같은지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1. 팀원 여러 명이 같은 증상인지 확인합니다.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팀 채널에 팀 폴더가 열리는지 물어봅니다.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648714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팀원 여러 명이 같으면 팀 전체 문제입니다. 혼자만 안 되면 개인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권한 문제입니다 (IT-ACS-001 3.4).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IT-SYS-006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37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팀 공유 드라이브에서 '액세스가 거부되었습니다'가 뜨고 팀원 전부 같음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6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3.1-3. 폴더 경로 복사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3. 팀 전체가 같으면 폴더 경로를 적어 헬프데스크에 바로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신고합니다.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파일 탐색기 위쪽 주소 표시줄을 누르면 경로 전체가 선택됩니다.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Ctrl + C로 복사합니다.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2052828"/>
            <a:ext cx="420624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복사한 경로를 신고 메시지에 붙여 넣습니다.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IT-SYS-006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37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팀 공유 드라이브에서 '액세스가 거부되었습니다'가 뜨고 팀원 전부 같음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6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3.1-4. 메신저 #it-helpdesk 채널에 바로 신고하기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3. 팀 전체가 같으면 폴더 경로를 적어 헬프데스크에 바로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신고합니다.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메신저 왼쪽 채널 목록에서 #it-helpdesk를 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입력창에 아래 항목을 한 줄씩 적습니다. 그대로 복사해 내용만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바꿔 써도 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2675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[전송]을 누릅니다. 담당자가 이 채널이나 개인 대화로 답합니다.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533142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문의할 때 알려 줄 정보를 처음부터 적으면 다시 묻는 시간이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줄어듭니다.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IT-SYS-006 · 사내 일반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37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공유 드라이브 연결이 끊겨 다시 연결하려니 '경로를 찾을 수 없음'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9789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7409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2944" y="1168400"/>
            <a:ext cx="1041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79144" y="1219200"/>
            <a:ext cx="889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4344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520544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995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22615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공유 드라이브 연결이 끊겨서 다시 연결하려니 경로를 찾을 수 없다고 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2201926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"경로를 찾을 수 없음"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249821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282270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82270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파일서버 주소가 바뀌었는데 PC에는 예전 경로로 연결되어 있음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11264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" y="343712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43712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재택 중이면 VPN에 연결합니다.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00" y="36762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36762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탐색기에서 기존 드라이브를 마우스 오른쪽 클릭해 [연결 끊기]를 누릅니다.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000" y="391541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391541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 공지나 헬프데스크에서 받은 새 경로로 [내 PC] &gt; [네트워크 드라이브 연결]을 실행해 다시 연결합니다.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4200" y="4205351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584200" y="4205351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11200" y="4332351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1200" y="461594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4615942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드라이브가 다시 열리면 해결된 것이다.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09533" y="4205351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4309533" y="4205351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436533" y="4332351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6533" y="461594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63533" y="4615942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경로로도 열리지 않으면 헬프데스크에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문의한다.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34867" y="4205351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8034867" y="4205351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8161867" y="4332351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61867" y="461594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88867" y="4615942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61867" y="485241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88867" y="4852416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기존 드라이브 경로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61867" y="508889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88867" y="5088890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접속 장소 (사무실 / 재택)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61867" y="532536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88867" y="5325364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IT-SYS-006 · 사내 일반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37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공유 드라이브 연결이 끊겨 다시 연결하려니 '경로를 찾을 수 없음'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6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작업 표시줄의 VPN 아이콘과 VPN 연결 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1. 재택 중이면 VPN에 연결합니다.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733042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작업 표시줄 오른쪽 아래의 방패 모양 VPN 아이콘을 누릅니다.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1973199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연결 상태를 봅니다. '연결됨'이면 VPN은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213356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'연결 안 됨'이면 [연결]을 누르고 통합 계정으로 로그인합니다.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1560" y="2478913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회사 밖(재택·출장)에서는 VPN이 '연결됨'이어야 사내 시스템이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열립니다.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IT-SYS-006 · 사내 일반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37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공유 드라이브 연결이 끊겨 다시 연결하려니 '경로를 찾을 수 없음'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6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3.2-2. 탐색기에서 기존 드라이브 연결 끊기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탐색기에서 기존 드라이브를 마우스 오른쪽 클릭해 [연결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끊기]를 누릅니다.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파일 탐색기 왼쪽 [내 PC]를 누르고, 연결이 끊긴 드라이브를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마우스 오른쪽 버튼으로 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2027428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[연결 끊기]를 누릅니다.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IT-SYS-006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37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공유 드라이브 연결이 끊겨 다시 연결하려니 '경로를 찾을 수 없음'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6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3.2-3. [내 PC] &gt; [네트워크 드라이브 연결] 메뉴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3. 팀 공지나 헬프데스크에서 받은 새 경로로 [내 PC] &gt;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[네트워크 드라이브 연결]을 실행해 다시 연결합니다.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[내 PC] 화면 위쪽 [더 보기]를 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[네트워크 드라이브 연결]을 누릅니다.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IT-SYS-006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37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공유 드라이브 연결이 끊겨 다시 연결하려니 '경로를 찾을 수 없음'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6_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3.2-4. 탐색기 [네트워크 드라이브 연결] 창. 폴더 경로 입력란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3. 팀 공지나 헬프데스크에서 받은 새 경로로 [내 PC] &gt;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[네트워크 드라이브 연결]을 실행해 다시 연결합니다.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드라이브 문자를 고릅니다. 예전과 같은 문자(예: Z:)를 고르면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편합니다.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2027428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팀 공지나 헬프데스크에서 받은 새 경로를 입력합니다.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2675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'로그인할 때 다시 연결'을 체크합니다.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507742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④ [마침]을 누릅니다.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1560" y="2773299"/>
            <a:ext cx="420624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드라이브가 다시 열리면 해결된 것입니다.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IT-SYS-006 · 사내 일반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37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지운 파일을 '이전 버전'으로 직접 복원하기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9789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7409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2944" y="1168400"/>
            <a:ext cx="1041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79144" y="1219200"/>
            <a:ext cx="889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4344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520544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995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22615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FAQ-034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이럴 때 사용합니다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공유 드라이브에서 어제 작업한 파일을 실수로 지웠다.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파일을 잘못 덮어써서 이전 내용이 필요하다.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준비할 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파일이 있던 폴더 경로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" y="300469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00469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지우거나 덮어쓴 날짜·시각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3294634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따라하기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000" y="361911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61911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파일이 있던 폴더를 마우스 오른쪽 클릭해 [속성] &gt; [이전 버전] 탭을 엽니다.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000" y="385826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85826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지우기 전 날짜의 버전을 선택합니다.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409740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409740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[열기]로 내용을 확인한 뒤 필요한 파일을 원래 폴더로 복사합니다. 현재 파일을 덮어쓰지 않도록 다른 이름으로 저장합니다.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438734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완료 확인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4711827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필요한 파일이 원래 폴더에 다시 생기면 완료된 것이다.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500811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안 될 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000" y="533260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200" y="533260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이전 버전 목록에 원하는 날짜가 없으면 3.4에 따라 복구를 요청한다.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000" y="557174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8200" y="557174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30일이 지난 파일은 복구할 수 없다.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IT-SYS-006 · 사내 일반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37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지운 파일을 '이전 버전'으로 직접 복원하기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6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3.3-1. 파일이 있던 폴더의 마우스 오른쪽 메뉴 [속성]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1. 파일이 있던 폴더를 마우스 오른쪽 클릭해 [속성] &gt; [이전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버전] 탭을 엽니다.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922399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지운 파일이 있던 폴더(예: 3월 판촉)를 마우스 오른쪽 버튼으로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누릅니다.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351913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맨 아래 [속성]을 누릅니다.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IT-SYS-006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 / 37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지운 파일을 '이전 버전'으로 직접 복원하기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6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3.3-2. 폴더 [속성] &gt; [이전 버전] 탭. 날짜별 버전 목록과 [열기] 버튼 위치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지우기 전 날짜의 버전을 선택합니다.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위쪽 [이전 버전] 탭을 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648714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파일을 지우기 전 날짜의 버전을 고릅니다. 어제 지웠으면 그 전날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밤 버전입니다.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078228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[열기]를 누릅니다. 그 날짜의 폴더가 새 창으로 열립니다.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IT-SYS-006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37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지운 파일을 '이전 버전'으로 직접 복원하기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6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3.3-3. 이전 버전 창에서 필요한 파일 복사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3. [열기]로 내용을 확인한 뒤 필요한 파일을 원래 폴더로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복사합니다. 현재 파일을 덮어쓰지 않도록 다른 이름으로 저장합니다.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열린 창에서 필요한 파일을 찾아 마우스 오른쪽 버튼으로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누릅니다. 먼저 열어서 내용을 확인해도 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2027428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[복사]를 누릅니다.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IT-SYS-006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 / 37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지운 파일을 '이전 버전'으로 직접 복원하기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6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3.3-4. 원래 폴더에 붙여넣고 다른 이름으로 저장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3. [열기]로 내용을 확인한 뒤 필요한 파일을 원래 폴더로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복사합니다. 현재 파일을 덮어쓰지 않도록 다른 이름으로 저장합니다.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원래 폴더에서 Ctrl + V로 붙여 넣고, 이름 끝에 _복원을 붙여 다른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이름으로 바꿉니다.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2052828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주의: 같은 이름의 현재 파일을 덮어쓰지 않습니다. 원하는 날짜가 목록에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없으면 3.4에 따라 복구를 요청합니다.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IT-SYS-006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 / 37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삭제한 파일 복구 요청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57253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33453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2301" y="1168400"/>
            <a:ext cx="1041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38501" y="1219200"/>
            <a:ext cx="889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701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379901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기간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08750" y="1168400"/>
            <a:ext cx="1077305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084950" y="1219200"/>
            <a:ext cx="924905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 후 1영업일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86054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162254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91661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867861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FAQ-034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이럴 때 신청합니다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이전 버전으로 직접 복원할 수 없다.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폴더 전체를 지웠다.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 대상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해당 폴더에 접근 권한이 있는 사람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준비할 정보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000" y="337997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37997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파일·폴더 경로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61911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61911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 이름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85826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85826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지운 날짜·시각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414820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 방법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000" y="447268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200" y="447268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&gt; IT 요청 &gt; 파일 복구 신청에 경로와 지운 시각을 적어 제출합니다. 급하면 IT 헬프데스크(내선 1000)로 전화합니다.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000" y="471182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8200" y="471182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안내를 받으면 파일을 열어 확인합니다.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500176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승인 절차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532625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532625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 없음 (접수 후 시스템인프라팀 처리)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IT-SYS-006 · 사내 일반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 / 37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삭제한 파일 복구 요청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기간과 결과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 후 1영업일 안에 스냅샷에서 복구된다. 스냅샷은 30일간 보관하므로 30일이 지난 파일은 복구할 수 없다.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78917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반려되는 경우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211366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11366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30일이 지났거나 개인 PC에만 있던 파일은 복구할 수 없다.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" y="240360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272808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72808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 번호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296722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96722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경로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32063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32063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지운 시각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IT-SYS-006 · 사내 일반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 / 37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삭제한 파일 복구 요청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6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3.4-1. 파일 복구 신청 양식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1. 그룹웨어 &gt; IT 요청 &gt; 파일 복구 신청에 경로와 지운 시각을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적어 제출합니다. 급하면 IT 헬프데스크(내선 1000)로 전화합니다.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922399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파일이나 폴더가 있던 경로를 적습니다. 탐색기 주소 표시줄에서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복사해 붙여 넣으면 정확합니다.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351913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파일 이름(폴더면 폴더 이름)을 적습니다.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59207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지운 날짜와 대략의 시각을 적습니다.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1560" y="283222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④ [제출]을 누릅니다.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1560" y="3097784"/>
            <a:ext cx="420624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급하면 IT 헬프데스크(내선 1000)로 전화합니다.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IT-SYS-006 · 사내 일반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 / 37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삭제한 파일 복구 요청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6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3.4-2. IT 요청 내역에서 복구 결과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복구 안내를 받으면 파일을 열어 확인합니다.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상태가 '처리 완료'가 되면 원래 경로에서 파일을 열어 확인합니다.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674114"/>
            <a:ext cx="420624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접수 후 1영업일 안에 스냅샷에서 복구됩니다.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IT-SYS-006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28 / 37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IT-SYS-006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29 / 37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자주 묻는 질문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206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74533"/>
                <a:gridCol w="734906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공유 드라이브가 열리지 않아요. (FAQ-033)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VPN 연결 상태(재택 시)를 확인한 뒤, 탐색기에서 드라이브 연결을 끊고 다시 연결하세요. 팀 전체가 안 되면 서비스데스크로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신고하세요.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실수로 파일을 지웠어요. (FAQ-034)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공유 드라이브는 매일 스냅샷을 보관합니다(30일). 폴더 마우스 오른쪽 클릭 &gt; '이전 버전'에서 직접 복원할 수 있으며, 안 되면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경로와 삭제 시각을 적어 요청하세요.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IT-SYS-006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30 / 37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IT-SYS-006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31 / 37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주의사항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 파일은 개인 PC가 아니라 공유 드라이브에 저장한다. 개인 PC의 파일은 복구할 수 없다.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이전 버전을 복원할 때 현재 파일을 덮어쓰지 않도록 다른 이름으로 저장한다.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공유 드라이브 경로와 자료를 외부에 공유하지 않는다.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IT-SYS-006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32 / 37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IT-SYS-006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33 / 37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문의처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209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04720"/>
                <a:gridCol w="330708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창구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이용 기준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ITssue 챗봇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IT 포털(hanwha-admin) 상단 [챗봇 문의]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24시간. 모든 IT 문의의 기본 창구입니다. 챗봇이 해결하지 못하면 확인을 거쳐 담당 팀에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티켓으로 접수합니다.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(서비스데스크)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 (평일 09:00~18:00)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PC나 챗봇을 쓸 수 없을 때, 여러 사람이 함께 업무를 못 할 때, 본인 확인이 필요한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링크 클릭·비밀번호 입력·감염 의심·계정 도용·장비 분실처럼 바로 알려야 할 보안 문제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#it-helpdesk 채널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 (챗봇을 쓸 수 없을 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it-helpdesk@hanwha-ict.example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문의. 비밀번호·인증번호는 메일로 보내지 않습니다.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상황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메신저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접수·담당자 배정·처리 완료를 알려 드립니다. 진행 상황은 [내 요청 현황]에서도 봅니다.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IT-SYS-006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34 / 37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IT-SYS-006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35 / 37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관련 문서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37267"/>
                <a:gridCol w="4133850"/>
                <a:gridCol w="505248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 봅니다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시스템 접근권한 신청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시스템 장애 신고·이관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VPN 접속 장애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서비스 운영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0549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용어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3379470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893481"/>
                <a:gridCol w="8130119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용어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스냅샷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공유 드라이브의 파일 상태를 매일 저장해 둔 복사본. 30일 보관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이전 버전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스냅샷에 저장된 날짜별 파일·폴더 상태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 드라이브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공유 폴더를 탐색기에서 드라이브처럼 연결한 것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IT-SYS-006 · 사내 일반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36 / 37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2026-03-01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IT-SYS-006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37 / 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IT-SYS-006 공유 드라이브·파일 복구 가이드</dc:title>
  <dc:subject>사내 일반 · 전 임직원</dc:subject>
  <dc:creator>시스템인프라팀</dc:creator>
  <cp:keywords>공유 드라이브 접속 안 됨, 공유 드라이브가 열리지 않아요, 액세스가 거부되었습니다, 팀원 전부, 경로를 찾을 수 없음, 드라이브 연결 끊김, 네트워크 드라이브 연결, 실수로 파일을 지웠어요, 삭제한 파일 복구 요청, 실수로 폴더를 지웠어요, 이전 버전, 스냅샷, 30일, 파일 복구, 파일서버</cp:keywords>
  <dc:description>generated using python-pptx</dc:description>
  <cp:lastModifiedBy>시스템인프라팀</cp:lastModifiedBy>
  <cp:revision>1</cp:revision>
  <dcterms:created xsi:type="dcterms:W3CDTF">2013-01-27T09:14:16Z</dcterms:created>
  <dcterms:modified xsi:type="dcterms:W3CDTF">2013-01-27T09:15:58Z</dcterms:modified>
  <cp:category>사내 일반</cp:category>
</cp:coreProperties>
</file>