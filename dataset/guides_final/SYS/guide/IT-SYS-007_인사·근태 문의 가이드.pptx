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인사·근태 문의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IT-SYS-007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연차, 연차 잔여일수가 이상해요, 근태, 근태 기록 누락, 출근 기록 누락, 근태 정정 요청, 근태 반영 지연 문의, 다음 날 반영, 반차 중복 차감, 출입 게이트,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급여명세서 조회 불가, 인사시스템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시작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사용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인사시스템에서 연차·근태 기록을 확인하는 방법과, 기록이 누락되거나 잘못됐을 때 정정을 요청하는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인사시스템의 근태·연차 기록에 해당한다. 급여·휴가 규정 자체에 대한 문의는 인사팀에 한다. 인사시스템 메뉴 권한은 IT-ACS-001을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시스템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시작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시작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 기록은 다음 날 오전에 반영된다. 오늘 기록은 다음 날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이틀 이상 차이가 나면 정정 요청을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 메뉴에 들어가지 못하면 권한 문제다. IT-ACS-001을 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 또는 VPN에 연결해야 인사시스템에 접속할 수 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사용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사용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18481"/>
                <a:gridCol w="5606597"/>
                <a:gridCol w="1176887"/>
                <a:gridCol w="1907445"/>
                <a:gridCol w="151419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인사시스템에서 연차 잔여일수와 근태 기록 확인하기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출근 기록이 누락됐을 때 근태 정정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연차 잔여일수가 실제와 다를 때 정정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직원의 근태가 하루 넘게 반영되지 않을 때 확인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730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3054985"/>
            <a:ext cx="4820920" cy="3013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T-SYS-007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054985"/>
            <a:ext cx="4820920" cy="3013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30549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32951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37246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41541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45836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48492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인사시스템에서 연차 잔여일수와 근태 기록 확인하기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사용합니다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 근태가 제대로 기록됐는지 확인하고 싶다.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남은 연차 일수를 확인하고 싶다.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 또는 VPN 연결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29463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따라하기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인사시스템에 로그인합니다.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[근태] 메뉴에서 날짜별 출퇴근 기록을 확인합니다.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[연차] 메뉴에서 잔여일수를 확인합니다.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433654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33654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기록은 다음 날 오전에 반영되므로 다음 날 다시 확인합니다.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462648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4950968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 기록과 연차 잔여일수를 확인했으면 완료된 것이다.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인사시스템에서 연차 잔여일수와 근태 기록 확인하기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안 될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이틀 이상 지나도 기록이 없으면 3.2에 따라 정정을 요청한다.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연차 잔여일수가 실제와 다르면 3.3에 따라 정정을 요청한다.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0219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2346452"/>
            <a:ext cx="5954573" cy="3721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T-SYS-007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346452"/>
            <a:ext cx="5954573" cy="3721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인사시스템 로그인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234645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인사시스템에 로그인합니다.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258660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사번을 입력합니다. 그룹웨어 첫 화면 [업무 시스템 바로가기] &gt;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[인사시스템]으로 들어오면 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560" y="301612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통합 계정 비밀번호를 입력합니다.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560" y="325628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[로그인]을 누릅니다.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인사시스템에서 연차 잔여일수와 근태 기록 확인하기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7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인사시스템 근태 조회 화면. 날짜별 출퇴근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[근태] 메뉴에서 날짜별 출퇴근 기록을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위쪽 [근태] 메뉴를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날짜별 출근·퇴근 시각을 봅니다. 어제 기록이 '반영 완료'면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인사시스템에서 연차 잔여일수와 근태 기록 확인하기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7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인사시스템 연차 현황. 잔여일수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[연차] 메뉴에서 잔여일수를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위쪽 [연차] 메뉴를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'잔여' 칸에서 남은 연차 일수를 봅니다. 아래 표에서 사용 내역도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볼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인사시스템에서 연차 잔여일수와 근태 기록 확인하기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7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3.1-4. 오늘 기록은 '반영 대기'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오늘 기록은 다음 날 오전에 반영되므로 다음 날 다시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오늘 기록은 '반영 대기'로 나옵니다. 다음 날 오전에 반영되므로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내일 다시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이틀 이상 지나도 기록이 없으면 3.2, 연차가 실제와 다르면 3.3에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따라 정정을 요청합니다.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출근 기록이 누락됐을 때 근태 정정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1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3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18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238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5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67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563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3183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93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0913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854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1474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 출근 기록이 누락되어 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이틀 이상 지나도 근태가 반영되지 않았다.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(소속 팀장 승인 필요)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누락된 날짜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실제 출퇴근 시각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38734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 &gt; 근태 정정 요청을 엽니다.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000" y="495096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95096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날짜와 실제 시각, 사유를 적어 제출합니다.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000" y="519010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19010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팀장이 승인하면 반영됩니다.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출근 기록이 누락됐을 때 근태 정정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소속 팀장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업무시스템팀이 근태 데이터를 다시 수집해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0219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46452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후 1영업일 안에 반영된다. 반영 여부는 3.1에 따라 확인한다.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26427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사유가 없거나 실제 시각이 확인되지 않으면 반려된다.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325716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35816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816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8207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8207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0599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0599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누락된 날짜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출근 기록이 누락됐을 때 근태 정정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7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근태 조회 화면에서 출근 기록이 누락된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출근했는데 '기록 없음'으로 나오고 이틀 이상 지나도 바뀌지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출근 기록이 누락됐을 때 근태 정정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7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인사시스템 근태 정정 요청 화면. 날짜, 시각, 사유 입력란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날짜와 실제 시각, 사유를 적어 제출합니다.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위쪽 [근태 정정 요청]을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정정 구분을 '출근 기록 누락'으로 고르고 날짜를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실제 출근(퇴근) 시각을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290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사유를 적습니다. 실제 시각을 확인할 수 있게 구체적으로 씁니다.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3691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⑤ [제출]을 누릅니다.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2634742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사유가 없거나 실제 시각이 확인되지 않으면 반려됩니다.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출근 기록이 누락됐을 때 근태 정정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7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정정 요청 진행 상태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팀장이 승인하면 반영됩니다.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요청 내역에서 진행 상태를 봅니다. 팀장이 승인하면 1영업일 안에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반영 여부는 3.1처럼 [근태]에서 확인합니다.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연차 잔여일수가 실제와 다를 때 정정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1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3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18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238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5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67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563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3183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93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0913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854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1474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인사시스템의 연차 잔여일수가 실제보다 적게 나온다.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반차가 두 번 차감된 것 같다.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(인사팀 확인 필요)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차이가 나는 날짜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실제로 쓴 연차·반차 내역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414820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 &gt; 근태 정정 요청에서 '연차 보정'이라고 적고 날짜와 실제 사용 내역을 적어 제출합니다.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인사팀이 사용 내역을 확인합니다.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500176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532625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532625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인사팀 확인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556539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556539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업무시스템팀이 연차 데이터 보정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연차 잔여일수가 실제와 다를 때 정정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인사팀 확인 후 1영업일 안에 잔여일수가 보정된다.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136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36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실제 사용 내역과 시스템 기록이 같으면 정정되지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2063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063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차이 나는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연차 잔여일수가 실제와 다를 때 정정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7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연차 사용 내역에서 반차가 두 번 차감된 경우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같은 날 같은 반차가 두 줄로 나옵니다.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그래서 잔여일수가 실제보다 0.5일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연차 잔여일수가 실제와 다를 때 정정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7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근태 정정 요청에서 '연차 보정'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인사시스템 &gt; 근태 정정 요청에서 '연차 보정'이라고 적고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날짜와 실제 사용 내역을 적어 제출합니다.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[근태 정정 요청]에서 정정 구분을 '연차 보정'으로 고릅니다.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차이가 나는 날짜를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실제로 쓴 연차·반차 내역을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3183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[제출]을 누릅니다.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5839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인사팀이 사용 내역을 확인한 뒤 1영업일 안에 잔여일수가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보정됩니다.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여러 직원의 근태가 하루 넘게 반영되지 않을 때 확인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1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7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35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4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0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직원에게서 어제 근태가 아직 반영되지 않았다는 문의가 들어온다.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인사팀 또는 부서 근태 담당자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반영되지 않은 날짜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 부서와 인원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366991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399440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99440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 헬프데스크(내선 1000)로 알리거나 #it-helpdesk 채널에 날짜와 대상 인원을 남깁니다.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423354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23354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 안내를 받으면 직원들에게 다시 확인하도록 알립니다.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452348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484797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484797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업무시스템팀 처리)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513791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546239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 안에 근태 연동 작업을 다시 실행해 반영한다. 근태는 원래 다음 날 반영이 기준이다.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여러 직원의 근태가 하루 넘게 반영되지 않을 때 확인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사용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하루가 지나지 않은 기록은 정상 반영 대기 중이므로 처리 대상이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782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1073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1073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일시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3464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464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반영되지 않은 날짜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5855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855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 인원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287553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3200019"/>
            <a:ext cx="4588866" cy="286804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T-SYS-007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200019"/>
            <a:ext cx="4588866" cy="28680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메신저 #it-helpdesk 채널에 여러 직원 근태 미반영 알리기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1560" y="320001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IT 헬프데스크(내선 1000)로 알리거나 #it-helpdesk 채널에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날짜와 대상 인원을 남깁니다.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1560" y="362953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채널 목록에서 #it-helpdesk를 누릅니다.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1560" y="386969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반영되지 않은 날짜와 대상 부서·인원을 적습니다.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1560" y="410984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IT 헬프데스크 내선 1000으로 전화해도 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1560" y="4375404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반영 안내를 받으면 직원들에게 다시 확인하도록 알립니다. 하루가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지나지 않은 기록은 정상 대기 중입니다.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연차·근태 기록이 이상해요. (FAQ-028)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근태 기록은 다음 날 오전에 반영됩니다. 이틀 이상 차이가 나면 인사시스템 &gt; 근태 정정 요청을 이용하세요.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근태를 대신 정정하지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인사시스템 화면을 캡처해 외부에 공유하지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급여·휴가 규정에 대한 문의는 인사팀에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7628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08737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5993"/>
                <a:gridCol w="850760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근태 연동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출입 게이트 기록을 인사시스템 근태로 옮기는 작업. 다음 날 오전에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근태 정정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누락되거나 잘못된 근태 기록을 고쳐 달라고 신청하는 인사시스템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IT-SYS-007 인사·근태 문의 가이드</dc:title>
  <dc:subject>사내 일반 · 전 임직원</dc:subject>
  <dc:creator>업무시스템팀</dc:creator>
  <cp:keywords>연차, 연차 잔여일수가 이상해요, 근태, 근태 기록 누락, 출근 기록 누락, 근태 정정 요청, 근태 반영 지연 문의, 다음 날 반영, 반차 중복 차감, 출입 게이트, 급여명세서 조회 불가, 인사시스템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