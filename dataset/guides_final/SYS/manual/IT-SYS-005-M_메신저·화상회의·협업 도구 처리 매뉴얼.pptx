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한화시스템 ICT IT 담당자 매뉴얼 · 사내 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메신저·화상회의·협업 도구 처리 매뉴얼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IT-SYS-005-M  |  서비스데스크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2449984" cy="304800"/>
          </a:xfrm>
          <a:prstGeom prst="roundRect">
            <a:avLst>
              <a:gd name="adj" fmla="val 16666"/>
            </a:avLst>
          </a:prstGeom>
          <a:solidFill>
            <a:srgbClr val="B84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2449984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제한 · IT 운영 담당자·관리자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5689600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IT운영·보안 조직 내부 문서입니다. 사용자에게 문서 자체를 전달하지 않고, 안내는 짝이 되는 임직원용 가이드를 기준으로 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IT-SYS-005-M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IT-SYS-005-M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IT-SYS-005-M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 사내 시스템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 (IT 운영 담당자·관리자)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 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 사용자 가이드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SYS-10, SYS-11, SYS-12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FAQ-013, FAQ-014, FAQ-029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IT-SYS-005-M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접수·분류 기준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80134" y="1863090"/>
            <a:ext cx="7603666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처리 절차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대형 장애 대응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21p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처리 기록 기준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96108" y="31584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23p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부록 · 관련 문서 · 용어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710706" y="3570288"/>
            <a:ext cx="7373094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25p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83011" y="40020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27p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IT-SYS-005-M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IT-SYS-005-M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메신저·화상회의(SYS-10), 공유 캘린더·그룹 메일(SYS-11), 협업 채널 관리(SYS-12) 문의를 접수·처리하는 내부 절차를 정한다. 사용자 안내는 IT-SYS-005를 기준으로 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78917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담당 범위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2113661"/>
          <a:ext cx="11023600" cy="1168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서비스데스크(L1): 회의 앱 권한·장치·알림 설정 안내, 회의 앱 재설치, 그룹 메일·캘린더 권한·게스트 초대 처리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2차 이관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 (서비스데스크에서 종결)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 L1 · 메일·협업 1차 영역 (SYS-10, SYS-11, SYS-12)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메신저 관리 콘솔, 그룹웨어 관리 콘솔(그룹 메일·캘린더), 원격 지원 도구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IT-SYS-005-M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IT-SYS-005-M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 가이드의 블록별 기본값이다. 긴급도 기준은 IT-STD-001 IT 서비스 운영 기준을 따른다.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3505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783661"/>
                <a:gridCol w="1126819"/>
                <a:gridCol w="2635978"/>
                <a:gridCol w="1322734"/>
                <a:gridCol w="1449773"/>
                <a:gridCol w="2577816"/>
                <a:gridCol w="1126819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증상·요청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긴급도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방식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이관 대상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회의 마이크 소리 안 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카메라 사용 중인 장치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후 필요 시 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메신저 알림 안 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후 필요 시 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회의 소리 지연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회의 화면 멈춤·끊김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업데이트 후 회의 앱 종료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그룹 메일 생성·멤버 추가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3.8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그룹 메일 외부 수신 허용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공유 캘린더 편집 권한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외부 게스트 초대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게스트 비공개 채널 미표시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507149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539597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539597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서비스데스크(L1)가 안내만으로 끝낸 건. 티켓 없이 상담 기록만 남긴다.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563511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563511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담당자 조치가 필요한 건. 담당팀에 배정하고 상태를 RDY → IP → FIN → CLS 으로 관리한다.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IT-SYS-005-M · 사내 제한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긴급도 조정 조건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4928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14928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고객사 회의 등 당일 업무 차질을 말하면 SYS-10을 P2로 올린다.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17320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7320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마감 일정이 걸린 그룹 메일·게스트 요청은 P4를 P3로 올린다.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197116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97116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부서에서 동시에 메신저·화상회의에 접속하지 못하면 대표 티켓으로 묶는다.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IT-SYS-005-M · 사내 제한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처리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IT-SYS-005-M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화상회의에서 내 목소리가 상대방에게 들리지 않음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회의 앱에서 마이크가 켜져 있나요?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OS 마이크 권한이 허용되어 있나요?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마이크 권한 허용 안내로 해결되면 티켓을 바로 완료한다.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OS 마이크 권한과 회의 앱 장치 선택을 확인한다.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테스트 통화로 확인한다.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4200" y="355320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4200" y="3877691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584200" y="3877691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787400" y="3979291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회의 앱의 마이크 권한을 허용했습니다. 장치 테스트로 소리를 확인해 주세요.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4200" y="4389882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84200" y="4389882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11200" y="4516882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200" y="480047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8200" y="480047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72200" y="4389882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6172200" y="4389882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299200" y="4516882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99200" y="480047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26200" y="480047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(서비스데스크에서 종결)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IT-SYS-005-M · 사내 제한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화상회의 카메라가 '사용 중인 장치'라며 켜지지 않음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메시지가 '사용 중인 장치'인가요?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메신저 통화 등 다른 앱이 켜져 있나요?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카메라를 쓰는 앱 종료 안내로 즉시 처리한다.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재부팅 후에도 같으면 티켓으로 원격 점검한다.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카메라를 쓰는 앱을 확인해 종료한다.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카메라 권한을 확인한다.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355320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4200" y="3877691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84200" y="3877691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87400" y="3979291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카메라를 쓰던 다른 앱을 종료했습니다. 회의 앱에서 카메라를 다시 켜 주세요.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4200" y="4389882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584200" y="4389882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11200" y="4516882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1200" y="480047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8200" y="480047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72200" y="4389882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6172200" y="4389882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299200" y="4516882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99200" y="480047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26200" y="480047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(서비스데스크에서 종결)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IT-SYS-005-M · 사내 제한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메신저 메시지 알림이 전혀 뜨지 않음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방해 금지(집중) 모드가 켜져 있나요?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메신저 알림 설정은 켜져 있나요?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방해 금지 모드 해제 안내로 즉시 처리한다.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방해 금지 모드와 알림 설정을 안내한다.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테스트 메시지로 확인한다.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4200" y="355320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4200" y="3877691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584200" y="3877691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787400" y="3979291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방해 금지 모드를 해제했습니다. 메신저 알림이 다시 뜹니다.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4200" y="4389882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84200" y="4389882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11200" y="4516882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200" y="480047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8200" y="480047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72200" y="4389882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6172200" y="4389882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299200" y="4516882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99200" y="480047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26200" y="480047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(서비스데스크에서 종결)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IT-SYS-005-M · 사내 제한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회의 중 내 목소리가 늦게 전달됨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블루투스 헤드셋을 쓰나요?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유선으로 바꿔 봤나요?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기본 장치 변경·유선 연결 안내로 해결되면 티켓을 바로 완료한다.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오디오 기본 장치를 바꾼다.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유선 연결을 안내한다.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4200" y="355320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4200" y="3877691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584200" y="3877691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787400" y="3979291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오디오 기본 장치를 바꿨습니다. 가능하면 유선 헤드셋을 써 주세요.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4200" y="4389882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84200" y="4389882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11200" y="4516882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200" y="480047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8200" y="480047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72200" y="4389882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6172200" y="4389882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299200" y="4516882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99200" y="480047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26200" y="480047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(서비스데스크에서 종결)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IT-SYS-005-M · 사내 제한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화상회의 화면이 자꾸 멈추고 끊김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무선으로 접속했나요?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공간 다른 사람도 끊기나요?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혼자만 끊기면 유선 연결 안내로 즉시 처리한다.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층 여러 명이면 NET-04로 분류한다.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유선 연결과 회의 재접속을 안내한다.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4200" y="331406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4200" y="3638550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584200" y="3638550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787400" y="3740150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유선으로 연결해 회의에 다시 접속해 주세요.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4200" y="4150741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84200" y="4150741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11200" y="4277741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200" y="456133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8200" y="4561332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72200" y="4150741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6172200" y="4150741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299200" y="4277741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99200" y="456133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26200" y="4561332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(서비스데스크에서 종결)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IT-SYS-005-M · 사내 제한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 /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3.6 OS 업데이트 후 화상회의 앱이 계속 꺼짐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언제 OS를 업데이트했나요?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회의 앱 버전은 무엇인가요?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구버전이면 티켓으로 최신 버전을 다시 설치한다.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원격 지원으로 회의 앱 버전을 확인한다.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최신 버전으로 다시 설치한다.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50240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50240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회의 연결을 확인한다.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379234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4200" y="4116832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84200" y="4116832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87400" y="4218432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화상회의 앱을 최신 버전으로 다시 설치했습니다.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4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584200" y="4629023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11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1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8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72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6172200" y="4629023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299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99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26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(서비스데스크에서 종결)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IT-SYS-005-M · 사내 제한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 /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3.7 팀 공용 메일(그룹 메일) 생성·멤버 추가 신청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원하는 주소와 관리자, 멤버는 누구인가요?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외부 서비스 가입용인가요?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신청서가 있으면 티켓으로 생성한다.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외부 가입용이면 외부 수신 허용도 함께 설정한다.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주소 중복을 확인한다.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 메일을 만들고 멤버를 등록한다.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350240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50240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결과를 신청자에게 알린다.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4200" y="379234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4200" y="4116832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584200" y="4116832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87400" y="4218432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 메일을 만들고 멤버를 등록했습니다.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4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84200" y="4629023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11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8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72200" y="4629023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6172200" y="4629023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299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99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26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(서비스데스크에서 종결)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IT-SYS-005-M · 사내 제한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 / 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3.8 그룹 메일로 외부 인증 메일이 오지 않을 때 외부 수신 허용 요청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 메일 주소는 무엇인가요?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어떤 외부 서비스에 가입하나요?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관리자 요청이면 티켓으로 외부 수신 허용을 설정한다.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 설정에서 외부 수신 허용으로 바꾼다.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인증 메일 수신을 확인한다.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4200" y="355320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4200" y="3877691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584200" y="3877691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787400" y="3979291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 메일을 외부 수신 허용으로 바꿨습니다. 인증 메일을 다시 받아 주세요.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4200" y="4389882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84200" y="4389882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11200" y="4516882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200" y="480047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8200" y="480047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72200" y="4389882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6172200" y="4389882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299200" y="4516882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99200" y="480047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26200" y="480047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(서비스데스크에서 종결)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IT-SYS-005-M · 사내 제한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3.9 팀 공유 캘린더 편집 권한 요청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캘린더 이름과 소유자는 누구인가요?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소유자 승인을 받았나요?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소유자 승인이 확인되면 티켓으로 편집 권한을 준다.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캘린더 소유자 승인을 확인한다.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편집 권한을 부여한다.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4200" y="355320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4200" y="3877691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584200" y="3877691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787400" y="3979291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공유 캘린더 편집 권한을 드렸습니다.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4200" y="4389882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84200" y="4389882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11200" y="4516882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200" y="480047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8200" y="480047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72200" y="4389882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6172200" y="4389882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299200" y="4516882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99200" y="480047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26200" y="480047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(서비스데스크에서 종결)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IT-SYS-005-M · 사내 제한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 / 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3.10 메신저 채널에 외부 협력사 게스트 초대 신청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채널 이름과 게스트 이메일은 무엇인가요?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팀장 승인을 받았나요?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초대 기간은 언제까지인가요?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팀장 승인이 확인되면 티켓으로 초대한다.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승인이 없으면 게스트 초대 신청 경로를 안내한다.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4200" y="29361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326059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26059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승인을 확인한다.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349973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49973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게스트 계정을 만들고 채널에 초대한다.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" y="373888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73888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기간이 끝나면 게스트를 해제하도록 일정을 등록한다.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4200" y="402882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4200" y="4353306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584200" y="4353306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87400" y="4454906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게스트 초대를 마쳤습니다. 초대 기간이 끝나면 자동으로 해제됩니다.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4200" y="4865497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584200" y="4865497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11200" y="499249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1200" y="527608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8200" y="527608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72200" y="4865497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6172200" y="4865497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6299200" y="499249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99200" y="527608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26200" y="527608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(서비스데스크에서 종결)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IT-SYS-005-M · 사내 제한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 / 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3.11 게스트에게 비공개 채널이 보이지 않을 때 채널 허용 요청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19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039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27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447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4993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13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3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05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938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558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채널 이름과 게스트 이메일은 무엇인가요?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1587500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게스트 계정이면 티켓으로 채널별 게스트 허용을 설정한다.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4200" y="246316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000" y="278765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78765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메신저 관리 콘솔에서 해당 채널의 게스트 허용을 설정한다.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302679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302679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게스트에게 채널이 보이는지 확인한다.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4200" y="3316732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4200" y="3641217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84200" y="3641217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87400" y="3742817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채널에서 게스트 접근을 허용했습니다. 게스트에게 다시 확인해 달라고 해 주세요.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4200" y="4153408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584200" y="4153408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711200" y="4280408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1200" y="456399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8200" y="456399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72200" y="4153408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6172200" y="4153408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299200" y="4280408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99200" y="456399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26200" y="456399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(서비스데스크에서 종결)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IT-SYS-005-M · 사내 제한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 / 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IT-SYS-005-M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21 /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대형 장애 대응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부서에서 동시에 메신저나 화상회의에 접속하지 못하면 대형 장애로 판단한다. 통합 로그인 장애면 IT-ACC-001-M, 네트워크 장애면 IT-NET-003-M을 함께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따른다.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61493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61493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대표 티켓(MI-YYYY-NN)을 만들고, 같은 증상의 개별 문의는 대표 티켓에 연결한다.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85407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85407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그룹웨어 공지사항에 장애 공지를 올리고 30분마다 갱신한다.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209321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09321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후 개별 문의를 대표 티켓 기준으로 일괄 완료(FIN) 처리하고, IT운영·보안 조직장에게 원인을 보고한다.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IT-SYS-005-M · 사내 제한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IT-SYS-005-M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23 /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처리 기록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완료(FIN) 시 티켓에 아래 항목을 남긴다. 반복되는 건은 사용자 가이드 반영 여부를 검토한다.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91100"/>
                <a:gridCol w="87325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기록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확인된 원인 한 줄 (예: VPN 클라이언트 구버전 사용)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조치 내용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실제로 한 조치. 즉시 처리면 앞에 [즉시 처리]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재발 방지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문의를 줄이기 위한 조치 (없으면 '없음')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안내에 쓴 FAQ 번호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가이드 반영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가이드에 추가·수정이 필요한지 (필요 / 불필요)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IT-SYS-005-M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24 /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558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IT-SYS-005-M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25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내부 연락처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584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1000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IT-SYS-005-M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26 /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2026-03-01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최초 작성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IT-SYS-005-M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27 /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IT-SYS-005-M 메신저·화상회의·협업 도구 처리 매뉴얼</dc:title>
  <dc:subject>사내 제한 · IT 운영 담당자·관리자</dc:subject>
  <dc:creator>서비스데스크</dc:creator>
  <cp:keywords/>
  <dc:description>generated using python-pptx</dc:description>
  <cp:lastModifiedBy>서비스데스크</cp:lastModifiedBy>
  <cp:revision>1</cp:revision>
  <dcterms:created xsi:type="dcterms:W3CDTF">2013-01-27T09:14:16Z</dcterms:created>
  <dcterms:modified xsi:type="dcterms:W3CDTF">2013-01-27T09:15:58Z</dcterms:modified>
  <cp:category>사내 제한</cp:category>
</cp:coreProperties>
</file>