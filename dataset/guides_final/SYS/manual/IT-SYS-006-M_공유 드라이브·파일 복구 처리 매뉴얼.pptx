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사내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드라이브·파일 복구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IT-SYS-006-M  |  시스템인프라팀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IT-SYS-006-M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 사내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SYS-13, 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FAQ-033, FAQ-034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접속 장애(SYS-13)와 파일 복구(SYS-14) 문의를 접수·판단·처리하는 내부 절차를 정한다. 사용자 안내는 IT-SYS-006을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VPN·드라이브 재연결·이전 버전 복원 안내, 간단한 스냅샷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시스템인프라팀(L2): 폴더 권한 상속 복구, 파일서버 경로 안내, 스냅샷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PC·네트워크 1차 점검 영역 (SYS-14)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 L2 · 파일서버·복구 영역 (SYS-13, SYS-14)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파일서버 관리 콘솔, 스냅샷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19707"/>
                <a:gridCol w="1034859"/>
                <a:gridCol w="2664039"/>
                <a:gridCol w="1214786"/>
                <a:gridCol w="1511384"/>
                <a:gridCol w="2367441"/>
                <a:gridCol w="1511384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공유 드라이브 액세스 거부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드라이브 재연결 경로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버전 직접 복원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SYS-14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삭제 파일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26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351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1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90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904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8803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2048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2048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전체가 접근하지 못하면 SYS-13(P2)으로 시스템인프라팀에 바로 배정한다.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4439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4439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팀에서 동시에 접근하지 못하면 SYS-16(P1)으로 전환하고 IT-SYS-003-M을 따른다.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6831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6831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파일 복구는 P3를 P2로 올린다.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팀 공유 드라이브에서 '액세스가 거부되었습니다'가 뜨고 팀원 전부 같음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모두 같은가요?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경로는 무엇인가요?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폴더 권한을 바꾼 일이 있나요?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전체면 P2 티켓으로 시스템인프라팀에 배정한다.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되면 권한 신청(ACS-01)으로 안내한다.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팀이면 SYS-16으로 전환한다.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관리 콘솔에서 폴더 권한과 상속 설정을 확인한다.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상속을 복구한다.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팀원 접근을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02882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4200" y="4353306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84200" y="4353306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7400" y="4454906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권한을 복구했습니다. 공유 드라이브를 다시 열어 주세요.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4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584200" y="486549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11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변경 작업 시 사전 검토 절차 추가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865497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172200" y="486549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299200" y="499249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공유 드라이브 연결이 끊겨 다시 연결하려니 '경로를 찾을 수 없음'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91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67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638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7258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재택 중인가요? VPN에 연결되어 있나요?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기존 드라이브 경로는 무엇인가요?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주소 변경이면 새 경로로 다시 연결하도록 안내하고 티켓을 완료한다.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파일서버 주소 변경 여부를 확인한다.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새 경로를 안내하고 재연결을 확인한다.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공유 드라이브 주소가 바뀌었습니다. 새 경로로 다시 연결해 주세요.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4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권한 변경 작업 시 사전 검토 절차 추가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389882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(시스템인프라팀에서 종결)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지운 파일을 '이전 버전'으로 직접 복원하기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지웠나요?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폴더의 [이전 버전] 탭을 열어 봤나요?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30일 안이면 이전 버전 복원 방법 안내로 즉시 처리한다.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목록에 없거나 폴더 전체를 지웠으면 3.4 기준으로 복구한다.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버전 복원 방법을 안내한다.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파일이 복원됐는지 확인한다.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55320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4200" y="387769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84200" y="387769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87400" y="397929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[속성] &gt; [이전 버전]에서 지우기 전 날짜를 골라 복원해 주세요.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200" y="4389882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84200" y="4389882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1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389882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172200" y="4389882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99200" y="4516882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9200" y="480047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6200" y="480047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폴더 경로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694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694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지운 시각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342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342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버전 목록 확인 결과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삭제한 파일 복구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290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050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SYS-14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15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35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19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039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27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447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993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13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33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053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9384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5584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파일·폴더 경로와 이름은 무엇인가요?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지웠나요?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5875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30일 안이면 스냅샷에서 복구하고 셀프 복원 방법도 안내한다.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30일이 지났으면 복구할 수 없다고 안내한다.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26996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000" y="302412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302412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스냅샷 관리 화면에서 삭제 전 날짜를 찾는다.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326326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326326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전일 버전을 원래 위치에 복구한다.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350240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50240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'이전 버전' 셀프 복원 방법을 안내한다.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79234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4200" y="411683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84200" y="411683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87400" y="421843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스냅샷에서 파일을 복구했습니다. 다음에는 폴더 [이전 버전]에서 직접 복원할 수도 있습니다.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4200" y="4629023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84200" y="4629023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1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4629023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172200" y="4629023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99200" y="4756023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9200" y="50396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6200" y="5039614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경로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9200" y="52760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26200" y="527608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9200" y="551256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6200" y="551256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지운 시각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팀에서 동시에 공유 드라이브에 접근하지 못하면 SYS-16 대형 장애로 판단하고 IT-SYS-003-M을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원인을 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IT-SYS-006-M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IT-SYS-006-M 공유 드라이브·파일 복구 처리 매뉴얼</dc:title>
  <dc:subject>사내 제한 · IT 운영 담당자·관리자</dc:subject>
  <dc:creator>시스템인프라팀</dc:creator>
  <cp:keywords/>
  <dc:description>generated using python-pptx</dc:description>
  <cp:lastModifiedBy>시스템인프라팀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