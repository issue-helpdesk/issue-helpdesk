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인사·근태 문의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IT-SYS-007-M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IT-SYS-007-M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FAQ-028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인사·근태 문의(SYS-04)를 접수·처리하는 내부 절차를 정한다. 사용자 안내는 IT-SYS-007을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근태 반영 기준·정정 요청 방법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업무시스템팀(L2): 출입 게이트 연동 데이터 재수집, 연차 데이터 보정(인사팀 확인), 근태 연동 배치 재실행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L2 · 인사·근태 영역 (SYS-04)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인사시스템 관리 화면, 출입 게이트 연동 화면, 배치 관리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8588"/>
                <a:gridCol w="1133904"/>
                <a:gridCol w="2258258"/>
                <a:gridCol w="1331051"/>
                <a:gridCol w="1458888"/>
                <a:gridCol w="2594024"/>
                <a:gridCol w="145888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연차·근태 기록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출근 기록 누락 정정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연차 잔여일수 정정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직원 근태 미반영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267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3512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512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5904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904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880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204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204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급여 마감 등 당일 업무 차질을 말하면 P2로 올린다.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443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443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직원의 근태가 한꺼번에 반영되지 않으면 연동 작업 장애로 보고 대표 티켓으로 묶는다.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인사시스템에서 연차 잔여일수와 근태 기록 확인하기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기록을 확인하려나요?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하루가 지났나요?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다음 날 반영 기준과 조회 방법 안내로 즉시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이틀 이상 지났으면 3.2 기준으로 정정을 안내한다.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조회 메뉴와 반영 기준을 안내한다.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31406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3638550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3638550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7400" y="3740150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근태는 다음 날 오전에 반영됩니다. 이틀 이상 차이가 나면 근태 정정 요청을 해 주세요.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200" y="4150741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84200" y="4150741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1200" y="427774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45613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5613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150741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172200" y="4150741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9200" y="427774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45613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6200" y="45613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정정이 필요한 경우: 사번, 날짜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출근 기록이 누락됐을 때 근태 정정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누락된 날짜는 언제인가요?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근태 정정 요청을 제출했나요?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정정 요청과 팀장 승인이 있으면 티켓으로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출입 게이트 연동 지연이면 데이터를 다시 수집한다.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출입 게이트 연동 화면에서 해당 날짜 기록을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근태 데이터를 다시 수집해 반영한다.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반영을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근태 기록을 다시 수집해 반영했습니다.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연차 잔여일수가 실제와 다를 때 정정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차이 나는 날짜와 실제 사용 내역은 무엇인가요?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587500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인사팀 확인 후 티켓으로 연차 데이터를 보정한다.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246316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278765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78765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인사팀에 사용 내역 확인을 요청한다.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679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679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중복 차감이 확인되면 연차 데이터를 보정한다.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5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5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잔여일수를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55587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3880358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3880358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7400" y="3981958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인사팀 확인 후 연차 잔여일수를 보정했습니다.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200" y="4392549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84200" y="4392549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1200" y="4519549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48031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80314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392549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172200" y="4392549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9200" y="4519549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48031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6200" y="480314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여러 직원의 근태가 하루 넘게 반영되지 않을 때 확인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날짜가 반영되지 않았나요?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 부서와 인원은 몇 명인가요?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하루가 지났는데 여러 명이 미반영이면 연동 배치 지연으로 보고 티켓으로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배치 관리 화면에서 근태 연동 작업 이력을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연동 작업을 다시 실행한다.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반영을 확인하고 인사팀에 알린다.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근태 연동 작업을 다시 실행해 반영했습니다. 직원들께 다시 확인하도록 안내해 주세요.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근태 연동 작업 실패로 여러 부서의 근태가 한꺼번에 반영되지 않으면 대형 장애로 판단한다.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IT-SYS-007-M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IT-SYS-007-M 인사·근태 문의 처리 매뉴얼</dc:title>
  <dc:subject>사내 제한 · IT 운영 담당자·관리자</dc:subject>
  <dc:creator>업무시스템팀</dc:creator>
  <cp:keywords/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