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서버·DB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IT-SYS-008-M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서버·DB 장애(SYS-15) 문의를 접수·처리하는 내부 절차를 정한다. 사용자 안내는 IT-SYS-008을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서버 이름·영향 범위 확인 후 시스템인프라팀 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서버 디스크·로그 정리와 로그 순환 설정, 빌드 연동 토큰 재발급, DB 동기화 커넥터 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개발 서버·DB 영역 (SYS-15)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모니터링 화면, 빌드 서버 관리 화면, DB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58194"/>
                <a:gridCol w="1233989"/>
                <a:gridCol w="3212695"/>
                <a:gridCol w="1448537"/>
                <a:gridCol w="1802207"/>
                <a:gridCol w="1233989"/>
                <a:gridCol w="123398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SSH 불가·배포 막힘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Git·빌드 서버 연동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DB·검색엔진 동기화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346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0591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591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2983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983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5882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9127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127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배포 일정이 막힌 팀 단위 장애는 기본 P2로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1518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1518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개발팀이 동시에 서버를 쓰지 못하면 P1로 올리고 대표 티켓으로 묶는다.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3910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3910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서버에서 무단 접근 흔적이 보이면 SEC-05로 정보보안팀에 바로 연결한다.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서버인가요?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접속하지 못하나요?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사내망·VPN에서 접속했나요?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안 되면 P2 티켓으로 시스템인프라팀에 배정한다.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계정·권한(ACS-01) 문제로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디스크 사용률을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오래된 로그를 정리하고 로그 순환을 설정한다.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서비스를 재시작하고 SSH·배포를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디스크를 정리하고 서비스를 다시 시작했습니다. 접속과 배포를 확인해 주세요.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디스크 사용률 80% 알림 설정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저장소·빌드 작업인가요?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이후부터인가요?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로그가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오류면 티켓으로 토큰을 다시 발급한다.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로그에서 인증 오류를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토큰을 다시 발급하고 연동 설정을 갱신한다.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빌드를 다시 실행해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연동 토큰을 다시 발급했습니다. 빌드를 다시 실행해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 만료 사전 알림 등록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DB·인덱스인가요?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일시는 언제인가요?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후 동기화 실패면 티켓으로 커넥터 호환성을 점검한다.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커넥터와 DB·검색엔진 버전을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커넥터 버전을 맞춘다.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전체를 다시 동기화하고 결과를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 커넥터 버전을 맞추고 전체를 다시 동기화했습니다.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전 호환성 검증 단계 추가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개발팀이 동시에 개발 서버·DB를 쓰지 못하면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IT-SYS-008-M 개발 서버·DB 장애 처리 매뉴얼</dc:title>
  <dc:subject>사내 제한 · IT 운영 담당자·관리자</dc:subject>
  <dc:creator>시스템인프라팀</dc:creator>
  <cp:keywords/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