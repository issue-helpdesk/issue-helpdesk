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사내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개발 서버·DB 장애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IT-SYS-008-M  |  시스템인프라팀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IT-SYS-008-M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IT-SYS-008-M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IT-SYS-008-M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 사내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IT-SYS-008-M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10706" y="35702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IT-SYS-008-M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IT-SYS-008-M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개발 서버·DB 장애(SYS-15) 문의를 접수·처리하는 내부 절차를 정한다. 사용자 안내는 IT-SYS-008을 기준으로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113661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서버 이름·영향 범위 확인 후 시스템인프라팀 배정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시스템인프라팀(L2): 서버 디스크·로그 정리와 로그 순환 설정, 빌드 연동 토큰 재발급, DB 동기화 커넥터 조정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 L2 · 개발 서버·DB 영역 (SYS-15)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서버 모니터링 화면, 빌드 서버 관리 화면, DB 관리 화면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IT-SYS-008-M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IT-SYS-008-M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블록별 기본값이다. 긴급도 기준은 IT-STD-001 IT 서비스 운영 기준을 따른다.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58194"/>
                <a:gridCol w="1233989"/>
                <a:gridCol w="3212695"/>
                <a:gridCol w="1448537"/>
                <a:gridCol w="1802207"/>
                <a:gridCol w="1233989"/>
                <a:gridCol w="1233989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개발 서버 SSH 불가·배포 막힘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Git·빌드 서버 연동 실패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개발 DB·검색엔진 동기화 실패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27346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0591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0591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서비스데스크(L1)가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32983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2983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담당팀에 배정하고 상태를 RDY → WIP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35882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39127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9127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배포 일정이 막힌 팀 단위 장애는 기본 P2로 처리한다.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41518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1518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개발팀이 동시에 서버를 쓰지 못하면 P1로 올리고 대표 티켓으로 묶는다.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439102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439102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서버에서 무단 접근 흔적이 보이면 SEC-05로 정보보안팀에 바로 연결한다.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IT-SYS-008-M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IT-SYS-008-M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개발 서버에 SSH 접속이 안 되고 배포가 막힘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91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767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6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72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서버인가요?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전체가 접속하지 못하나요?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사내망·VPN에서 접속했나요?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전체가 안 되면 P2 티켓으로 시스템인프라팀에 배정한다.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혼자만 안 되면 계정·권한(ACS-01) 문제로 분류한다.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서버 디스크 사용률을 확인한다.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오래된 로그를 정리하고 로그 순환을 설정한다.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서비스를 재시작하고 SSH·배포를 확인한다.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402882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4200" y="4353306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584200" y="4353306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87400" y="4454906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서버 디스크를 정리하고 서비스를 다시 시작했습니다. 접속과 배포를 확인해 주세요.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4200" y="4865497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584200" y="486549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11200" y="49924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1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8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서버 디스크 사용률 80% 알림 설정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72200" y="4865497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6172200" y="486549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299200" y="49924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99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26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(시스템인프라팀에서 종결)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IT-SYS-008-M · 사내 제한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업데이트 이후 Git 저장소와 빌드 서버 연동이 실패함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91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767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6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72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저장소·빌드 작업인가요?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이후부터인가요?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빌드 로그가 있나요?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인증 오류면 티켓으로 토큰을 다시 발급한다.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빌드 로그에서 인증 오류를 확인한다.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 토큰을 다시 발급하고 연동 설정을 갱신한다.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빌드를 다시 실행해 확인한다.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402882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4200" y="4353306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584200" y="4353306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87400" y="4454906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빌드 연동 토큰을 다시 발급했습니다. 빌드를 다시 실행해 주세요.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4200" y="4865497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84200" y="486549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11200" y="49924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토큰 만료 사전 알림 등록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865497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172200" y="486549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99200" y="49924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99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26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(시스템인프라팀에서 종결)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IT-SYS-008-M · 사내 제한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업데이트 이후 개발 DB와 검색엔진 동기화가 실패함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91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767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6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72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DB·인덱스인가요?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일시는 언제인가요?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후 동기화 실패면 티켓으로 커넥터 호환성을 점검한다.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커넥터와 DB·검색엔진 버전을 확인한다.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커넥터 버전을 맞춘다.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전체를 다시 동기화하고 결과를 확인한다.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동기화 커넥터 버전을 맞추고 전체를 다시 동기화했습니다.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전 호환성 검증 단계 추가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(시스템인프라팀에서 종결)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IT-SYS-008-M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IT-SYS-008-M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개발팀이 동시에 개발 서버·DB를 쓰지 못하면 대형 장애로 판단한다.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티켓(MI-YYYY-NN)을 만들고, 같은 증상의 개별 문의는 대표 티켓에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공지사항에 장애 공지를 올리고 30분마다 갱신한다.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개별 문의를 대표 티켓 기준으로 일괄 완료(FIN) 처리하고, IT운영·보안 조직장에게 원인을 보고한다.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IT-SYS-008-M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IT-SYS-008-M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완료(FIN) 시 티켓에 아래 항목을 남긴다. 반복되는 건은 사용자 가이드 반영 여부를 검토한다.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1100"/>
                <a:gridCol w="87325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기록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VPN 클라이언트 구버전 사용)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'없음')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IT-SYS-008-M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IT-SYS-008-M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내부 연락처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1050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IT-SYS-008-M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IT-SYS-008-M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IT-SYS-008-M 개발 서버·DB 장애 처리 매뉴얼</dc:title>
  <dc:subject>사내 제한 · IT 운영 담당자·관리자</dc:subject>
  <dc:creator>시스템인프라팀</dc:creator>
  <cp:keywords/>
  <dc:description>generated using python-pptx</dc:description>
  <cp:lastModifiedBy>시스템인프라팀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