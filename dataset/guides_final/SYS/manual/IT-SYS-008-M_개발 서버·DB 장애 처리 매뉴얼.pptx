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84200" y="1651000"/>
            <a:ext cx="1168400" cy="508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84200" y="2108200"/>
            <a:ext cx="11023600" cy="2705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9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가상 ICT 기업 IT 담당자 매뉴얼 · 사내 시스템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2489200"/>
            <a:ext cx="11023600" cy="609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개발 서버·DB 장애 처리 매뉴얼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4200" y="3149600"/>
            <a:ext cx="11023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IT-SYS-008-M  |  시스템인프라팀  |  2026.10.16  |  Ver 2.0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4200" y="3581400"/>
            <a:ext cx="2449984" cy="304800"/>
          </a:xfrm>
          <a:prstGeom prst="roundRect">
            <a:avLst>
              <a:gd name="adj" fmla="val 16666"/>
            </a:avLst>
          </a:prstGeom>
          <a:solidFill>
            <a:srgbClr val="B843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49300" y="3644900"/>
            <a:ext cx="2449984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사내 제한 · IT 운영 담당자·관리자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200" y="5689600"/>
            <a:ext cx="110236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IT운영·보안 조직 내부 문서입니다. 사용자에게 문서 자체를 전달하지 않고, 안내는 짝이 되는 임직원용 가이드를 기준으로 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IT-SYS-008-M · 사내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 /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문서 정보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IT-SYS-008-M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32280"/>
                <a:gridCol w="3779520"/>
                <a:gridCol w="1732280"/>
                <a:gridCol w="377952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번호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IT-SYS-008-M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분류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 사내 시스템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시행일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유형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등급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 (IT 운영 담당자·관리자)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관리 부서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승인자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시스템인프라팀장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대상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서비스데스크, 시스템인프라팀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대상 사용자 가이드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IT-SYS-008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포함 시나리오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SYS-15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FAQ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IT-SYS-008-M · 사내 제한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Contents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65200" y="12446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1. 개요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59892" y="1431290"/>
            <a:ext cx="842390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185400" y="1244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5200" y="16764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2. 접수·분류 기준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480134" y="1863090"/>
            <a:ext cx="7603666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185400" y="1676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6p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5200" y="21082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3. 증상별 처리 절차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73908" y="2294890"/>
            <a:ext cx="74098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185400" y="21082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8p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200" y="25400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4. 대형 장애 대응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496108" y="2726690"/>
            <a:ext cx="75876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185400" y="25400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12p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5200" y="29718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5. 처리 기록 기준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96108" y="3158490"/>
            <a:ext cx="75876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185400" y="29718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14p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200" y="3403600"/>
            <a:ext cx="9499600" cy="2254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부록 · 관련 문서 · 용어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710706" y="3570288"/>
            <a:ext cx="7373094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0185400" y="3403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16p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200" y="3835400"/>
            <a:ext cx="9499600" cy="2254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783011" y="4002088"/>
            <a:ext cx="8300789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0185400" y="3835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18p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IT-SYS-008-M · 사내 제한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IT-SYS-008-M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01. 개요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목적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200" y="1492885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개발 서버·DB 장애(SYS-15) 문의를 접수·처리하는 내부 절차를 정한다. 사용자 안내는 IT-SYS-008을 기준으로 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200" y="1789176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담당 범위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84200" y="2113661"/>
          <a:ext cx="11023600" cy="11684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624667"/>
                <a:gridCol w="8398933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처리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서비스데스크(L1): 서버 이름·영향 범위 확인 후 시스템인프라팀 배정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2차 이관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시스템인프라팀(L2): 서버 디스크·로그 정리와 로그 순환 설정, 빌드 연동 토큰 재발급, DB 동기화 커넥터 조정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배정 기준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 L2 · 개발 서버·DB 영역 (SYS-15)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시스템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서버 모니터링 화면, 빌드 서버 관리 화면, DB 관리 화면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IT-SYS-008-M · 사내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접수·분류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IT-SYS-008-M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접수·분류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02. 접수·분류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사용자 가이드의 블록별 기본값이다. 긴급도 기준은 IT-STD-001 IT 서비스 운영 기준을 따른다.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64691"/>
          <a:ext cx="11023600" cy="11684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858194"/>
                <a:gridCol w="1233989"/>
                <a:gridCol w="3212695"/>
                <a:gridCol w="1448537"/>
                <a:gridCol w="1802207"/>
                <a:gridCol w="1233989"/>
                <a:gridCol w="1233989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번호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문의 유형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증상·요청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기본 긴급도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처리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방식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이관 대상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SYS-15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개발 서버 SSH 불가·배포 막힘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SYS-15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Git·빌드 서버 연동 실패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SYS-15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개발 DB·검색엔진 동기화 실패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273469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000" y="305917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305917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처리: 서비스데스크(L1)가 안내만으로 끝낸 건. 티켓 없이 상담 기록만 남긴다.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000" y="329831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329831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티켓: 담당자 조치가 필요한 건. 담당팀에 배정하고 상태를 RDY → WIP → FIN → CLS 으로 관리한다.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4200" y="3588258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긴급도 조정 조건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000" y="391274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" y="391274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배포 일정이 막힌 팀 단위 장애는 기본 P2로 처리한다.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000" y="415188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" y="415188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여러 개발팀이 동시에 서버를 쓰지 못하면 P1로 올리고 대표 티켓으로 묶는다.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000" y="439102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200" y="439102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서버에서 무단 접근 흔적이 보이면 SEC-05로 정보보안팀에 바로 연결한다.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IT-SYS-008-M · 사내 제한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증상별 처리 절차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IT-SYS-008-M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개발 서버에 SSH 접속이 안 되고 배포가 막힘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19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039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27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447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49935" y="1168400"/>
            <a:ext cx="1041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135" y="1219200"/>
            <a:ext cx="889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시스템인프라팀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9133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76753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96384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472584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15875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어느 서버인가요?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팀 전체가 접속하지 못하나요?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사내망·VPN에서 접속했나요?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72200" y="15875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팀 전체가 안 되면 P2 티켓으로 시스템인프라팀에 배정한다.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99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26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혼자만 안 되면 계정·권한(ACS-01) 문제로 분류한다.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4200" y="293611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000" y="326059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200" y="326059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서버 디스크 사용률을 확인한다.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000" y="349973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200" y="349973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오래된 로그를 정리하고 로그 순환을 설정한다.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000" y="373888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8200" y="373888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서비스를 재시작하고 SSH·배포를 확인한다.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4200" y="402882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84200" y="4353306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ectangle 46"/>
          <p:cNvSpPr/>
          <p:nvPr/>
        </p:nvSpPr>
        <p:spPr>
          <a:xfrm>
            <a:off x="584200" y="4353306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787400" y="4454906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서버 디스크를 정리하고 서비스를 다시 시작했습니다. 접속과 배포를 확인해 주세요.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84200" y="4865497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584200" y="4865497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711200" y="4992497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1200" y="5276088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8200" y="5276088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서버 디스크 사용률 80% 알림 설정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72200" y="4865497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Rectangle 54"/>
          <p:cNvSpPr/>
          <p:nvPr/>
        </p:nvSpPr>
        <p:spPr>
          <a:xfrm>
            <a:off x="6172200" y="4865497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6299200" y="4992497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99200" y="5276088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26200" y="5276088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 (시스템인프라팀에서 종결)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IT-SYS-008-M · 사내 제한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업데이트 이후 Git 저장소와 빌드 서버 연동이 실패함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19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039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27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447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49935" y="1168400"/>
            <a:ext cx="1041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135" y="1219200"/>
            <a:ext cx="889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시스템인프라팀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9133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76753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96384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472584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15875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어느 저장소·빌드 작업인가요?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업데이트 이후부터인가요?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빌드 로그가 있나요?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72200" y="15875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인증 오류면 티켓으로 토큰을 다시 발급한다.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4200" y="293611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000" y="326059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200" y="326059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빌드 로그에서 인증 오류를 확인한다.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000" y="349973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200" y="349973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연동 토큰을 다시 발급하고 연동 설정을 갱신한다.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000" y="373888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200" y="373888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빌드를 다시 실행해 확인한다.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4200" y="402882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84200" y="4353306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584200" y="4353306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87400" y="4454906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빌드 연동 토큰을 다시 발급했습니다. 빌드를 다시 실행해 주세요.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84200" y="4865497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84200" y="4865497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711200" y="4992497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1200" y="5276088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8200" y="5276088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토큰 만료 사전 알림 등록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72200" y="4865497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ectangle 52"/>
          <p:cNvSpPr/>
          <p:nvPr/>
        </p:nvSpPr>
        <p:spPr>
          <a:xfrm>
            <a:off x="6172200" y="4865497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299200" y="4992497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99200" y="5276088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26200" y="5276088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 (시스템인프라팀에서 종결)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IT-SYS-008-M · 사내 제한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업데이트 이후 개발 DB와 검색엔진 동기화가 실패함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19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039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27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447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49935" y="1168400"/>
            <a:ext cx="1041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135" y="1219200"/>
            <a:ext cx="889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시스템인프라팀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9133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76753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96384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472584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어느 DB·인덱스인가요?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업데이트 일시는 언제인가요?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업데이트 후 동기화 실패면 티켓으로 커넥터 호환성을 점검한다.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4200" y="269963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000" y="302412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" y="302412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커넥터와 DB·검색엔진 버전을 확인한다.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000" y="326326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200" y="326326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커넥터 버전을 맞춘다.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000" y="350240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200" y="350240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전체를 다시 동기화하고 결과를 확인한다.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4200" y="379234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84200" y="4116832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84200" y="4116832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787400" y="4218432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동기화 커넥터 버전을 맞추고 전체를 다시 동기화했습니다.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84200" y="4629023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584200" y="4629023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711200" y="4756023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1200" y="5039614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8200" y="5039614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업데이트 전 호환성 검증 단계 추가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72200" y="4629023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ectangle 50"/>
          <p:cNvSpPr/>
          <p:nvPr/>
        </p:nvSpPr>
        <p:spPr>
          <a:xfrm>
            <a:off x="6172200" y="4629023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6299200" y="4756023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99200" y="5039614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26200" y="5039614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 (시스템인프라팀에서 종결)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IT-SYS-008-M · 사내 제한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대형 장애 대응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IT-SYS-008-M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대형 장애 대응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04. 대형 장애 대응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35000" y="116840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16840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여러 개발팀이 동시에 개발 서버·DB를 쓰지 못하면 대형 장애로 판단한다.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140754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140754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대표 티켓(MI-YYYY-NN)을 만들고, 같은 증상의 개별 문의는 대표 티켓에 연결한다.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164668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164668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그룹웨어 공지사항에 장애 공지를 올리고 30분마다 갱신한다.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000" y="188582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188582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복구 후 개별 문의를 대표 티켓 기준으로 일괄 완료(FIN) 처리하고, IT운영·보안 조직장에게 원인을 보고한다.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IT-SYS-008-M · 사내 제한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처리 기록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IT-SYS-008-M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처리 기록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05. 처리 기록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처리 완료(FIN) 시 티켓에 아래 항목을 남긴다. 반복되는 건은 사용자 가이드 반영 여부를 검토한다.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64691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91100"/>
                <a:gridCol w="873250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항목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기록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원인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확인된 원인 한 줄 (예: VPN 클라이언트 구버전 사용)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조치 내용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실제로 한 조치. 즉시 처리면 앞에 [즉시 처리]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재발 방지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같은 문의를 줄이기 위한 조치 (없으면 '없음')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FAQ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안내에 쓴 FAQ 번호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가이드 반영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사용자 가이드에 추가·수정이 필요한지 (필요 / 불필요)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IT-SYS-008-M · 사내 제한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558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4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관련 문서 · 용어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IT-SYS-008-M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관련 문서 · 용어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내부 연락처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92885"/>
          <a:ext cx="11023600" cy="8763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624667"/>
                <a:gridCol w="8398933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1000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1050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1119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IT-SYS-008-M · 사내 제한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8763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002145"/>
                <a:gridCol w="1403004"/>
                <a:gridCol w="1603433"/>
                <a:gridCol w="7015018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개정일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작성자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변경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v1.0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2026-03-01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최초 작성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7개 분류 통합 정리본. 문서 양식·열람 등급·용어·연락처를 통일하고 분류 사이의 중복 내용을 한 문서로 정리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IT-SYS-008-M · 사내 제한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IT-SYS-008-M 개발 서버·DB 장애 처리 매뉴얼</dc:title>
  <dc:subject>사내 제한 · IT 운영 담당자·관리자</dc:subject>
  <dc:creator>시스템인프라팀</dc:creator>
  <cp:keywords/>
  <dc:description>generated using python-pptx</dc:description>
  <cp:lastModifiedBy>시스템인프라팀</cp:lastModifiedBy>
  <cp:revision>1</cp:revision>
  <dcterms:created xsi:type="dcterms:W3CDTF">2013-01-27T09:14:16Z</dcterms:created>
  <dcterms:modified xsi:type="dcterms:W3CDTF">2013-01-27T09:15:58Z</dcterms:modified>
  <cp:category>사내 제한</cp:category>
</cp:coreProperties>
</file>